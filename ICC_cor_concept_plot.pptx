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547EBF"/>
          </p15:clr>
        </p15:guide>
        <p15:guide id="2" pos="1008" userDrawn="1">
          <p15:clr>
            <a:srgbClr val="547EBF"/>
          </p15:clr>
        </p15:guide>
        <p15:guide id="3" orient="horz" pos="1392" userDrawn="1">
          <p15:clr>
            <a:srgbClr val="F26B43"/>
          </p15:clr>
        </p15:guide>
        <p15:guide id="4" orient="horz" pos="4416" userDrawn="1">
          <p15:clr>
            <a:srgbClr val="F26B43"/>
          </p15:clr>
        </p15:guide>
        <p15:guide id="5" pos="2400" userDrawn="1">
          <p15:clr>
            <a:srgbClr val="F26B43"/>
          </p15:clr>
        </p15:guide>
        <p15:guide id="6" pos="1920" userDrawn="1">
          <p15:clr>
            <a:srgbClr val="F26B43"/>
          </p15:clr>
        </p15:guide>
        <p15:guide id="7" pos="96" userDrawn="1">
          <p15:clr>
            <a:srgbClr val="F26B43"/>
          </p15:clr>
        </p15:guide>
        <p15:guide id="8" pos="4224" userDrawn="1">
          <p15:clr>
            <a:srgbClr val="F26B43"/>
          </p15:clr>
        </p15:guide>
        <p15:guide id="9" pos="2160" userDrawn="1">
          <p15:clr>
            <a:srgbClr val="A4A3A4"/>
          </p15:clr>
        </p15:guide>
        <p15:guide id="10" pos="3312" userDrawn="1">
          <p15:clr>
            <a:srgbClr val="547EBF"/>
          </p15:clr>
        </p15:guide>
        <p15:guide id="12" orient="horz" pos="2112" userDrawn="1">
          <p15:clr>
            <a:srgbClr val="547EBF"/>
          </p15:clr>
        </p15:guide>
        <p15:guide id="13" pos="144" userDrawn="1">
          <p15:clr>
            <a:srgbClr val="9FCC3B"/>
          </p15:clr>
        </p15:guide>
        <p15:guide id="14" orient="horz" pos="3072" userDrawn="1">
          <p15:clr>
            <a:srgbClr val="9FCC3B"/>
          </p15:clr>
        </p15:guide>
        <p15:guide id="15" orient="horz" pos="2160" userDrawn="1">
          <p15:clr>
            <a:srgbClr val="9FCC3B"/>
          </p15:clr>
        </p15:guide>
        <p15:guide id="16" pos="1872" userDrawn="1">
          <p15:clr>
            <a:srgbClr val="9FCC3B"/>
          </p15:clr>
        </p15:guide>
        <p15:guide id="17" pos="2448" userDrawn="1">
          <p15:clr>
            <a:srgbClr val="9FCC3B"/>
          </p15:clr>
        </p15:guide>
        <p15:guide id="18" pos="4176" userDrawn="1">
          <p15:clr>
            <a:srgbClr val="9FCC3B"/>
          </p15:clr>
        </p15:guide>
        <p15:guide id="19" orient="horz" pos="1440" userDrawn="1">
          <p15:clr>
            <a:srgbClr val="547EBF"/>
          </p15:clr>
        </p15:guide>
        <p15:guide id="20" userDrawn="1">
          <p15:clr>
            <a:srgbClr val="A4A3A4"/>
          </p15:clr>
        </p15:guide>
        <p15:guide id="21" orient="horz" pos="3360" userDrawn="1">
          <p15:clr>
            <a:srgbClr val="547EBF"/>
          </p15:clr>
        </p15:guide>
        <p15:guide id="23" orient="horz" pos="4368" userDrawn="1">
          <p15:clr>
            <a:srgbClr val="547EBF"/>
          </p15:clr>
        </p15:guide>
        <p15:guide id="24" orient="horz" pos="2664" userDrawn="1">
          <p15:clr>
            <a:srgbClr val="9FCC3B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8B5F0A-9A4D-4E54-BE4F-834322DA5AD7}" v="1585" dt="2026-01-27T16:43:53.8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53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1872" y="-2556"/>
      </p:cViewPr>
      <p:guideLst>
        <p:guide orient="horz" pos="3120"/>
        <p:guide pos="1008"/>
        <p:guide orient="horz" pos="1392"/>
        <p:guide orient="horz" pos="4416"/>
        <p:guide pos="2400"/>
        <p:guide pos="1920"/>
        <p:guide pos="96"/>
        <p:guide pos="4224"/>
        <p:guide pos="2160"/>
        <p:guide pos="3312"/>
        <p:guide orient="horz" pos="2112"/>
        <p:guide pos="144"/>
        <p:guide orient="horz" pos="3072"/>
        <p:guide orient="horz" pos="2160"/>
        <p:guide pos="1872"/>
        <p:guide pos="2448"/>
        <p:guide pos="4176"/>
        <p:guide orient="horz" pos="1440"/>
        <p:guide/>
        <p:guide orient="horz" pos="3360"/>
        <p:guide orient="horz" pos="4368"/>
        <p:guide orient="horz" pos="26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zu-Yao Lin" userId="ea28a84dbd96f852" providerId="LiveId" clId="{796F9E21-B299-4F96-802B-84299CE5C260}"/>
    <pc:docChg chg="undo redo custSel mod addSld delSld modSld sldOrd">
      <pc:chgData name="Tzu-Yao Lin" userId="ea28a84dbd96f852" providerId="LiveId" clId="{796F9E21-B299-4F96-802B-84299CE5C260}" dt="2026-01-29T09:47:46.940" v="3084" actId="14100"/>
      <pc:docMkLst>
        <pc:docMk/>
      </pc:docMkLst>
      <pc:sldChg chg="addSp delSp modSp mod ord">
        <pc:chgData name="Tzu-Yao Lin" userId="ea28a84dbd96f852" providerId="LiveId" clId="{796F9E21-B299-4F96-802B-84299CE5C260}" dt="2026-01-27T16:39:16.958" v="3062" actId="21"/>
        <pc:sldMkLst>
          <pc:docMk/>
          <pc:sldMk cId="372828682" sldId="256"/>
        </pc:sldMkLst>
        <pc:spChg chg="add mod">
          <ac:chgData name="Tzu-Yao Lin" userId="ea28a84dbd96f852" providerId="LiveId" clId="{796F9E21-B299-4F96-802B-84299CE5C260}" dt="2026-01-27T16:15:29.727" v="2969" actId="1076"/>
          <ac:spMkLst>
            <pc:docMk/>
            <pc:sldMk cId="372828682" sldId="256"/>
            <ac:spMk id="6" creationId="{8AEE3209-D0B2-B3F7-DD22-5F0A4A50CCC8}"/>
          </ac:spMkLst>
        </pc:spChg>
        <pc:spChg chg="add mod">
          <ac:chgData name="Tzu-Yao Lin" userId="ea28a84dbd96f852" providerId="LiveId" clId="{796F9E21-B299-4F96-802B-84299CE5C260}" dt="2026-01-27T16:25:15.329" v="3049" actId="1035"/>
          <ac:spMkLst>
            <pc:docMk/>
            <pc:sldMk cId="372828682" sldId="256"/>
            <ac:spMk id="7" creationId="{AC319E96-2C89-CA5B-D9A5-DC34188A7307}"/>
          </ac:spMkLst>
        </pc:spChg>
        <pc:spChg chg="add mod">
          <ac:chgData name="Tzu-Yao Lin" userId="ea28a84dbd96f852" providerId="LiveId" clId="{796F9E21-B299-4F96-802B-84299CE5C260}" dt="2026-01-27T16:16:48.636" v="2988" actId="1076"/>
          <ac:spMkLst>
            <pc:docMk/>
            <pc:sldMk cId="372828682" sldId="256"/>
            <ac:spMk id="11" creationId="{4D0CD972-8825-F48D-1E6A-C097F068603A}"/>
          </ac:spMkLst>
        </pc:spChg>
        <pc:spChg chg="add mod">
          <ac:chgData name="Tzu-Yao Lin" userId="ea28a84dbd96f852" providerId="LiveId" clId="{796F9E21-B299-4F96-802B-84299CE5C260}" dt="2026-01-27T16:16:48.636" v="2988" actId="1076"/>
          <ac:spMkLst>
            <pc:docMk/>
            <pc:sldMk cId="372828682" sldId="256"/>
            <ac:spMk id="12" creationId="{F0B55D01-8FD4-BB5B-C3A1-8D7314725860}"/>
          </ac:spMkLst>
        </pc:spChg>
        <pc:spChg chg="add del mod">
          <ac:chgData name="Tzu-Yao Lin" userId="ea28a84dbd96f852" providerId="LiveId" clId="{796F9E21-B299-4F96-802B-84299CE5C260}" dt="2026-01-27T16:25:15.329" v="3049" actId="1035"/>
          <ac:spMkLst>
            <pc:docMk/>
            <pc:sldMk cId="372828682" sldId="256"/>
            <ac:spMk id="13" creationId="{2C384CA3-7B34-70CD-3CAB-77D8C8646CD2}"/>
          </ac:spMkLst>
        </pc:spChg>
        <pc:spChg chg="add mod">
          <ac:chgData name="Tzu-Yao Lin" userId="ea28a84dbd96f852" providerId="LiveId" clId="{796F9E21-B299-4F96-802B-84299CE5C260}" dt="2026-01-27T16:25:07.361" v="3040" actId="1076"/>
          <ac:spMkLst>
            <pc:docMk/>
            <pc:sldMk cId="372828682" sldId="256"/>
            <ac:spMk id="16" creationId="{FA28ADBC-2986-6BBF-5A43-8218AC6BCC45}"/>
          </ac:spMkLst>
        </pc:spChg>
        <pc:spChg chg="add mod">
          <ac:chgData name="Tzu-Yao Lin" userId="ea28a84dbd96f852" providerId="LiveId" clId="{796F9E21-B299-4F96-802B-84299CE5C260}" dt="2026-01-27T15:56:22.453" v="2834" actId="208"/>
          <ac:spMkLst>
            <pc:docMk/>
            <pc:sldMk cId="372828682" sldId="256"/>
            <ac:spMk id="23" creationId="{5796B541-1CBA-C4A5-359B-80AB2A24909E}"/>
          </ac:spMkLst>
        </pc:spChg>
        <pc:spChg chg="add del mod">
          <ac:chgData name="Tzu-Yao Lin" userId="ea28a84dbd96f852" providerId="LiveId" clId="{796F9E21-B299-4F96-802B-84299CE5C260}" dt="2026-01-27T15:56:32.864" v="2835" actId="208"/>
          <ac:spMkLst>
            <pc:docMk/>
            <pc:sldMk cId="372828682" sldId="256"/>
            <ac:spMk id="28" creationId="{03A7C851-BEFA-1DF0-99B1-9DE2A41E93ED}"/>
          </ac:spMkLst>
        </pc:spChg>
        <pc:spChg chg="add del mod">
          <ac:chgData name="Tzu-Yao Lin" userId="ea28a84dbd96f852" providerId="LiveId" clId="{796F9E21-B299-4F96-802B-84299CE5C260}" dt="2026-01-27T16:14:43.651" v="2965" actId="207"/>
          <ac:spMkLst>
            <pc:docMk/>
            <pc:sldMk cId="372828682" sldId="256"/>
            <ac:spMk id="29" creationId="{3DAD78F9-4169-7C09-1419-88D9B5CE64EF}"/>
          </ac:spMkLst>
        </pc:spChg>
        <pc:spChg chg="add del mod">
          <ac:chgData name="Tzu-Yao Lin" userId="ea28a84dbd96f852" providerId="LiveId" clId="{796F9E21-B299-4F96-802B-84299CE5C260}" dt="2026-01-27T16:14:32.272" v="2963" actId="207"/>
          <ac:spMkLst>
            <pc:docMk/>
            <pc:sldMk cId="372828682" sldId="256"/>
            <ac:spMk id="30" creationId="{D50C4C39-F586-DE12-7514-931B236F604D}"/>
          </ac:spMkLst>
        </pc:spChg>
        <pc:spChg chg="mod">
          <ac:chgData name="Tzu-Yao Lin" userId="ea28a84dbd96f852" providerId="LiveId" clId="{796F9E21-B299-4F96-802B-84299CE5C260}" dt="2026-01-27T16:15:29.727" v="2969" actId="1076"/>
          <ac:spMkLst>
            <pc:docMk/>
            <pc:sldMk cId="372828682" sldId="256"/>
            <ac:spMk id="34" creationId="{3B4AFD6D-A1BF-8786-D8BF-1B367984578F}"/>
          </ac:spMkLst>
        </pc:spChg>
        <pc:spChg chg="mod">
          <ac:chgData name="Tzu-Yao Lin" userId="ea28a84dbd96f852" providerId="LiveId" clId="{796F9E21-B299-4F96-802B-84299CE5C260}" dt="2026-01-27T16:15:58.617" v="2972" actId="208"/>
          <ac:spMkLst>
            <pc:docMk/>
            <pc:sldMk cId="372828682" sldId="256"/>
            <ac:spMk id="38" creationId="{8C25F7F2-83BE-1329-8ABF-0E1EA9CA688D}"/>
          </ac:spMkLst>
        </pc:spChg>
        <pc:spChg chg="mod">
          <ac:chgData name="Tzu-Yao Lin" userId="ea28a84dbd96f852" providerId="LiveId" clId="{796F9E21-B299-4F96-802B-84299CE5C260}" dt="2026-01-27T15:56:15.380" v="2833" actId="208"/>
          <ac:spMkLst>
            <pc:docMk/>
            <pc:sldMk cId="372828682" sldId="256"/>
            <ac:spMk id="62" creationId="{DEDF1926-6863-9AF5-739B-48C04C87C856}"/>
          </ac:spMkLst>
        </pc:spChg>
        <pc:spChg chg="mod">
          <ac:chgData name="Tzu-Yao Lin" userId="ea28a84dbd96f852" providerId="LiveId" clId="{796F9E21-B299-4F96-802B-84299CE5C260}" dt="2026-01-27T15:56:01.315" v="2830" actId="208"/>
          <ac:spMkLst>
            <pc:docMk/>
            <pc:sldMk cId="372828682" sldId="256"/>
            <ac:spMk id="63" creationId="{879F20DE-DEE5-579B-70CB-896D288973EB}"/>
          </ac:spMkLst>
        </pc:spChg>
        <pc:spChg chg="mod">
          <ac:chgData name="Tzu-Yao Lin" userId="ea28a84dbd96f852" providerId="LiveId" clId="{796F9E21-B299-4F96-802B-84299CE5C260}" dt="2026-01-27T16:14:35.025" v="2964" actId="208"/>
          <ac:spMkLst>
            <pc:docMk/>
            <pc:sldMk cId="372828682" sldId="256"/>
            <ac:spMk id="65" creationId="{E57A1FD5-7E21-1F44-47EE-0E84853D728D}"/>
          </ac:spMkLst>
        </pc:spChg>
        <pc:spChg chg="add mod">
          <ac:chgData name="Tzu-Yao Lin" userId="ea28a84dbd96f852" providerId="LiveId" clId="{796F9E21-B299-4F96-802B-84299CE5C260}" dt="2026-01-27T16:25:15.329" v="3049" actId="1035"/>
          <ac:spMkLst>
            <pc:docMk/>
            <pc:sldMk cId="372828682" sldId="256"/>
            <ac:spMk id="93" creationId="{794F945B-18A8-AA06-1EE3-40F9689B3C8F}"/>
          </ac:spMkLst>
        </pc:spChg>
        <pc:spChg chg="add mod">
          <ac:chgData name="Tzu-Yao Lin" userId="ea28a84dbd96f852" providerId="LiveId" clId="{796F9E21-B299-4F96-802B-84299CE5C260}" dt="2026-01-27T16:25:15.329" v="3049" actId="1035"/>
          <ac:spMkLst>
            <pc:docMk/>
            <pc:sldMk cId="372828682" sldId="256"/>
            <ac:spMk id="94" creationId="{58129ABE-3375-310A-E858-9E781F172FB4}"/>
          </ac:spMkLst>
        </pc:spChg>
        <pc:spChg chg="add mod">
          <ac:chgData name="Tzu-Yao Lin" userId="ea28a84dbd96f852" providerId="LiveId" clId="{796F9E21-B299-4F96-802B-84299CE5C260}" dt="2026-01-27T16:25:15.329" v="3049" actId="1035"/>
          <ac:spMkLst>
            <pc:docMk/>
            <pc:sldMk cId="372828682" sldId="256"/>
            <ac:spMk id="101" creationId="{46A4285B-CAFB-1D8D-BAA0-6CEE7C612250}"/>
          </ac:spMkLst>
        </pc:spChg>
        <pc:spChg chg="add mod">
          <ac:chgData name="Tzu-Yao Lin" userId="ea28a84dbd96f852" providerId="LiveId" clId="{796F9E21-B299-4F96-802B-84299CE5C260}" dt="2026-01-27T16:25:15.329" v="3049" actId="1035"/>
          <ac:spMkLst>
            <pc:docMk/>
            <pc:sldMk cId="372828682" sldId="256"/>
            <ac:spMk id="102" creationId="{6E3685D1-02FA-34B9-7F93-D7B2FA5AB0B3}"/>
          </ac:spMkLst>
        </pc:spChg>
        <pc:spChg chg="add mod">
          <ac:chgData name="Tzu-Yao Lin" userId="ea28a84dbd96f852" providerId="LiveId" clId="{796F9E21-B299-4F96-802B-84299CE5C260}" dt="2026-01-27T16:24:19.992" v="3033" actId="207"/>
          <ac:spMkLst>
            <pc:docMk/>
            <pc:sldMk cId="372828682" sldId="256"/>
            <ac:spMk id="103" creationId="{95DF5526-C3B4-EC6C-58F3-18E16B7B3BA3}"/>
          </ac:spMkLst>
        </pc:spChg>
        <pc:spChg chg="add mod">
          <ac:chgData name="Tzu-Yao Lin" userId="ea28a84dbd96f852" providerId="LiveId" clId="{796F9E21-B299-4F96-802B-84299CE5C260}" dt="2026-01-27T16:24:19.992" v="3033" actId="207"/>
          <ac:spMkLst>
            <pc:docMk/>
            <pc:sldMk cId="372828682" sldId="256"/>
            <ac:spMk id="104" creationId="{488FF2EE-3C7B-BDD3-6968-E76A7B4D3999}"/>
          </ac:spMkLst>
        </pc:spChg>
        <pc:spChg chg="add mod">
          <ac:chgData name="Tzu-Yao Lin" userId="ea28a84dbd96f852" providerId="LiveId" clId="{796F9E21-B299-4F96-802B-84299CE5C260}" dt="2026-01-27T16:25:07.361" v="3040" actId="1076"/>
          <ac:spMkLst>
            <pc:docMk/>
            <pc:sldMk cId="372828682" sldId="256"/>
            <ac:spMk id="106" creationId="{A3160E8F-0F0B-6D5D-F158-81B7E66981E5}"/>
          </ac:spMkLst>
        </pc:spChg>
        <pc:spChg chg="add mod">
          <ac:chgData name="Tzu-Yao Lin" userId="ea28a84dbd96f852" providerId="LiveId" clId="{796F9E21-B299-4F96-802B-84299CE5C260}" dt="2026-01-27T16:25:07.361" v="3040" actId="1076"/>
          <ac:spMkLst>
            <pc:docMk/>
            <pc:sldMk cId="372828682" sldId="256"/>
            <ac:spMk id="111" creationId="{F369C43D-5111-87D1-C73A-E66CC64DAB25}"/>
          </ac:spMkLst>
        </pc:spChg>
        <pc:spChg chg="add mod">
          <ac:chgData name="Tzu-Yao Lin" userId="ea28a84dbd96f852" providerId="LiveId" clId="{796F9E21-B299-4F96-802B-84299CE5C260}" dt="2026-01-27T16:25:07.361" v="3040" actId="1076"/>
          <ac:spMkLst>
            <pc:docMk/>
            <pc:sldMk cId="372828682" sldId="256"/>
            <ac:spMk id="112" creationId="{AB9AA3E4-D032-A9CF-033C-B0455390D7D8}"/>
          </ac:spMkLst>
        </pc:spChg>
        <pc:spChg chg="add mod">
          <ac:chgData name="Tzu-Yao Lin" userId="ea28a84dbd96f852" providerId="LiveId" clId="{796F9E21-B299-4F96-802B-84299CE5C260}" dt="2026-01-27T16:24:19.992" v="3033" actId="207"/>
          <ac:spMkLst>
            <pc:docMk/>
            <pc:sldMk cId="372828682" sldId="256"/>
            <ac:spMk id="113" creationId="{EDC0F3A4-5AEC-99E1-1E48-7E8FFB44AA17}"/>
          </ac:spMkLst>
        </pc:spChg>
        <pc:spChg chg="add mod">
          <ac:chgData name="Tzu-Yao Lin" userId="ea28a84dbd96f852" providerId="LiveId" clId="{796F9E21-B299-4F96-802B-84299CE5C260}" dt="2026-01-27T16:24:19.992" v="3033" actId="207"/>
          <ac:spMkLst>
            <pc:docMk/>
            <pc:sldMk cId="372828682" sldId="256"/>
            <ac:spMk id="114" creationId="{7896B74F-E56D-54AA-F2D7-554F5D0210FE}"/>
          </ac:spMkLst>
        </pc:spChg>
        <pc:graphicFrameChg chg="add mod">
          <ac:chgData name="Tzu-Yao Lin" userId="ea28a84dbd96f852" providerId="LiveId" clId="{796F9E21-B299-4F96-802B-84299CE5C260}" dt="2026-01-27T16:12:21.889" v="2950" actId="6549"/>
          <ac:graphicFrameMkLst>
            <pc:docMk/>
            <pc:sldMk cId="372828682" sldId="256"/>
            <ac:graphicFrameMk id="3" creationId="{58A4F985-14C2-FE68-1552-F9F70F66A40D}"/>
          </ac:graphicFrameMkLst>
        </pc:graphicFrameChg>
        <pc:graphicFrameChg chg="mod ord modVis modGraphic">
          <ac:chgData name="Tzu-Yao Lin" userId="ea28a84dbd96f852" providerId="LiveId" clId="{796F9E21-B299-4F96-802B-84299CE5C260}" dt="2026-01-27T16:24:28.161" v="3035" actId="1076"/>
          <ac:graphicFrameMkLst>
            <pc:docMk/>
            <pc:sldMk cId="372828682" sldId="256"/>
            <ac:graphicFrameMk id="32" creationId="{9A28A606-B0EB-CA43-E2CE-2FFFDCDA4730}"/>
          </ac:graphicFrameMkLst>
        </pc:graphicFrameChg>
        <pc:graphicFrameChg chg="mod modGraphic">
          <ac:chgData name="Tzu-Yao Lin" userId="ea28a84dbd96f852" providerId="LiveId" clId="{796F9E21-B299-4F96-802B-84299CE5C260}" dt="2026-01-23T15:29:47.304" v="2288" actId="207"/>
          <ac:graphicFrameMkLst>
            <pc:docMk/>
            <pc:sldMk cId="372828682" sldId="256"/>
            <ac:graphicFrameMk id="37" creationId="{DE980394-B44E-AB5C-3ACC-3A2F0BA36193}"/>
          </ac:graphicFrameMkLst>
        </pc:graphicFrameChg>
        <pc:graphicFrameChg chg="mod modGraphic">
          <ac:chgData name="Tzu-Yao Lin" userId="ea28a84dbd96f852" providerId="LiveId" clId="{796F9E21-B299-4F96-802B-84299CE5C260}" dt="2026-01-27T16:24:06.011" v="3023" actId="1076"/>
          <ac:graphicFrameMkLst>
            <pc:docMk/>
            <pc:sldMk cId="372828682" sldId="256"/>
            <ac:graphicFrameMk id="49" creationId="{D56A6405-9ADF-BBD7-BDB6-33CEA26EC540}"/>
          </ac:graphicFrameMkLst>
        </pc:graphicFrameChg>
        <pc:cxnChg chg="add mod">
          <ac:chgData name="Tzu-Yao Lin" userId="ea28a84dbd96f852" providerId="LiveId" clId="{796F9E21-B299-4F96-802B-84299CE5C260}" dt="2026-01-27T15:56:22.453" v="2834" actId="208"/>
          <ac:cxnSpMkLst>
            <pc:docMk/>
            <pc:sldMk cId="372828682" sldId="256"/>
            <ac:cxnSpMk id="24" creationId="{DA5A1050-ED8D-F296-1A8D-47EC665E3E3C}"/>
          </ac:cxnSpMkLst>
        </pc:cxnChg>
        <pc:cxnChg chg="mod">
          <ac:chgData name="Tzu-Yao Lin" userId="ea28a84dbd96f852" providerId="LiveId" clId="{796F9E21-B299-4F96-802B-84299CE5C260}" dt="2026-01-27T15:56:32.864" v="2835" actId="208"/>
          <ac:cxnSpMkLst>
            <pc:docMk/>
            <pc:sldMk cId="372828682" sldId="256"/>
            <ac:cxnSpMk id="39" creationId="{FEFD26CC-2918-7E1F-4114-221AEFC6324C}"/>
          </ac:cxnSpMkLst>
        </pc:cxnChg>
        <pc:cxnChg chg="mod">
          <ac:chgData name="Tzu-Yao Lin" userId="ea28a84dbd96f852" providerId="LiveId" clId="{796F9E21-B299-4F96-802B-84299CE5C260}" dt="2026-01-27T15:56:32.864" v="2835" actId="208"/>
          <ac:cxnSpMkLst>
            <pc:docMk/>
            <pc:sldMk cId="372828682" sldId="256"/>
            <ac:cxnSpMk id="40" creationId="{F08BAD42-ED0B-B6BA-AB88-3CC8FCB12D8F}"/>
          </ac:cxnSpMkLst>
        </pc:cxnChg>
        <pc:cxnChg chg="mod">
          <ac:chgData name="Tzu-Yao Lin" userId="ea28a84dbd96f852" providerId="LiveId" clId="{796F9E21-B299-4F96-802B-84299CE5C260}" dt="2026-01-27T16:12:31.803" v="2952" actId="14100"/>
          <ac:cxnSpMkLst>
            <pc:docMk/>
            <pc:sldMk cId="372828682" sldId="256"/>
            <ac:cxnSpMk id="66" creationId="{1B922052-0C0D-346C-7E52-E8AEFBA5AA45}"/>
          </ac:cxnSpMkLst>
        </pc:cxnChg>
        <pc:cxnChg chg="mod">
          <ac:chgData name="Tzu-Yao Lin" userId="ea28a84dbd96f852" providerId="LiveId" clId="{796F9E21-B299-4F96-802B-84299CE5C260}" dt="2026-01-27T16:12:35.832" v="2953" actId="14100"/>
          <ac:cxnSpMkLst>
            <pc:docMk/>
            <pc:sldMk cId="372828682" sldId="256"/>
            <ac:cxnSpMk id="67" creationId="{0B3A652C-142A-5F57-5D63-9B27E0BA8E2F}"/>
          </ac:cxnSpMkLst>
        </pc:cxnChg>
        <pc:cxnChg chg="mod">
          <ac:chgData name="Tzu-Yao Lin" userId="ea28a84dbd96f852" providerId="LiveId" clId="{796F9E21-B299-4F96-802B-84299CE5C260}" dt="2026-01-27T16:12:26.224" v="2951" actId="14100"/>
          <ac:cxnSpMkLst>
            <pc:docMk/>
            <pc:sldMk cId="372828682" sldId="256"/>
            <ac:cxnSpMk id="68" creationId="{1D7A67CE-C8F5-8AE0-DE8A-0ADF3190B7B0}"/>
          </ac:cxnSpMkLst>
        </pc:cxnChg>
        <pc:cxnChg chg="add mod">
          <ac:chgData name="Tzu-Yao Lin" userId="ea28a84dbd96f852" providerId="LiveId" clId="{796F9E21-B299-4F96-802B-84299CE5C260}" dt="2026-01-27T15:56:32.864" v="2835" actId="208"/>
          <ac:cxnSpMkLst>
            <pc:docMk/>
            <pc:sldMk cId="372828682" sldId="256"/>
            <ac:cxnSpMk id="128" creationId="{CD24012A-69C3-6F6A-E0FA-C85CBDCE50B9}"/>
          </ac:cxnSpMkLst>
        </pc:cxnChg>
        <pc:cxnChg chg="add mod">
          <ac:chgData name="Tzu-Yao Lin" userId="ea28a84dbd96f852" providerId="LiveId" clId="{796F9E21-B299-4F96-802B-84299CE5C260}" dt="2026-01-27T15:58:28.186" v="2850" actId="693"/>
          <ac:cxnSpMkLst>
            <pc:docMk/>
            <pc:sldMk cId="372828682" sldId="256"/>
            <ac:cxnSpMk id="131" creationId="{79169098-E033-D9E4-53A1-99194DD1A575}"/>
          </ac:cxnSpMkLst>
        </pc:cxnChg>
        <pc:cxnChg chg="add mod">
          <ac:chgData name="Tzu-Yao Lin" userId="ea28a84dbd96f852" providerId="LiveId" clId="{796F9E21-B299-4F96-802B-84299CE5C260}" dt="2026-01-27T15:58:28.186" v="2850" actId="693"/>
          <ac:cxnSpMkLst>
            <pc:docMk/>
            <pc:sldMk cId="372828682" sldId="256"/>
            <ac:cxnSpMk id="132" creationId="{E0778E30-30BE-F294-3A27-F5530CDD6257}"/>
          </ac:cxnSpMkLst>
        </pc:cxnChg>
        <pc:cxnChg chg="add mod">
          <ac:chgData name="Tzu-Yao Lin" userId="ea28a84dbd96f852" providerId="LiveId" clId="{796F9E21-B299-4F96-802B-84299CE5C260}" dt="2026-01-27T15:58:28.186" v="2850" actId="693"/>
          <ac:cxnSpMkLst>
            <pc:docMk/>
            <pc:sldMk cId="372828682" sldId="256"/>
            <ac:cxnSpMk id="133" creationId="{A8C98393-E763-776D-F362-9BAFFF919ED4}"/>
          </ac:cxnSpMkLst>
        </pc:cxnChg>
      </pc:sldChg>
      <pc:sldChg chg="addSp delSp modSp mod">
        <pc:chgData name="Tzu-Yao Lin" userId="ea28a84dbd96f852" providerId="LiveId" clId="{796F9E21-B299-4F96-802B-84299CE5C260}" dt="2026-01-27T16:42:44.193" v="3073" actId="5736"/>
        <pc:sldMkLst>
          <pc:docMk/>
          <pc:sldMk cId="4054661901" sldId="257"/>
        </pc:sldMkLst>
        <pc:spChg chg="add mod">
          <ac:chgData name="Tzu-Yao Lin" userId="ea28a84dbd96f852" providerId="LiveId" clId="{796F9E21-B299-4F96-802B-84299CE5C260}" dt="2026-01-27T16:41:06.405" v="3072" actId="5736"/>
          <ac:spMkLst>
            <pc:docMk/>
            <pc:sldMk cId="4054661901" sldId="257"/>
            <ac:spMk id="4" creationId="{BCB41F12-E584-C0A7-F549-B7739B9F3C6D}"/>
          </ac:spMkLst>
        </pc:spChg>
        <pc:spChg chg="add mod">
          <ac:chgData name="Tzu-Yao Lin" userId="ea28a84dbd96f852" providerId="LiveId" clId="{796F9E21-B299-4F96-802B-84299CE5C260}" dt="2026-01-27T15:57:03.201" v="2839" actId="208"/>
          <ac:spMkLst>
            <pc:docMk/>
            <pc:sldMk cId="4054661901" sldId="257"/>
            <ac:spMk id="11" creationId="{F9DB5BF1-3EEF-CB63-06E3-F621601B6B68}"/>
          </ac:spMkLst>
        </pc:spChg>
        <pc:spChg chg="add mod">
          <ac:chgData name="Tzu-Yao Lin" userId="ea28a84dbd96f852" providerId="LiveId" clId="{796F9E21-B299-4F96-802B-84299CE5C260}" dt="2026-01-27T16:41:06.405" v="3072" actId="5736"/>
          <ac:spMkLst>
            <pc:docMk/>
            <pc:sldMk cId="4054661901" sldId="257"/>
            <ac:spMk id="13" creationId="{3D0B4B02-A029-4518-D7F8-0AF592903A3C}"/>
          </ac:spMkLst>
        </pc:spChg>
        <pc:spChg chg="add mod">
          <ac:chgData name="Tzu-Yao Lin" userId="ea28a84dbd96f852" providerId="LiveId" clId="{796F9E21-B299-4F96-802B-84299CE5C260}" dt="2026-01-27T16:41:06.405" v="3072" actId="5736"/>
          <ac:spMkLst>
            <pc:docMk/>
            <pc:sldMk cId="4054661901" sldId="257"/>
            <ac:spMk id="14" creationId="{566EBB76-E69B-354D-AE6C-13184CE616B9}"/>
          </ac:spMkLst>
        </pc:spChg>
        <pc:spChg chg="add mod">
          <ac:chgData name="Tzu-Yao Lin" userId="ea28a84dbd96f852" providerId="LiveId" clId="{796F9E21-B299-4F96-802B-84299CE5C260}" dt="2026-01-27T16:17:01.064" v="2989"/>
          <ac:spMkLst>
            <pc:docMk/>
            <pc:sldMk cId="4054661901" sldId="257"/>
            <ac:spMk id="18" creationId="{263C9E24-4101-85BC-7395-D4CF55039CA9}"/>
          </ac:spMkLst>
        </pc:spChg>
        <pc:spChg chg="add mod">
          <ac:chgData name="Tzu-Yao Lin" userId="ea28a84dbd96f852" providerId="LiveId" clId="{796F9E21-B299-4F96-802B-84299CE5C260}" dt="2026-01-27T16:41:06.405" v="3072" actId="5736"/>
          <ac:spMkLst>
            <pc:docMk/>
            <pc:sldMk cId="4054661901" sldId="257"/>
            <ac:spMk id="20" creationId="{99DD2198-B23D-95D9-0DD1-FF458A9C8CB2}"/>
          </ac:spMkLst>
        </pc:spChg>
        <pc:spChg chg="mod">
          <ac:chgData name="Tzu-Yao Lin" userId="ea28a84dbd96f852" providerId="LiveId" clId="{796F9E21-B299-4F96-802B-84299CE5C260}" dt="2026-01-27T16:41:06.405" v="3072" actId="5736"/>
          <ac:spMkLst>
            <pc:docMk/>
            <pc:sldMk cId="4054661901" sldId="257"/>
            <ac:spMk id="21" creationId="{10C1C997-605B-145E-E7A0-276FC78ED8CA}"/>
          </ac:spMkLst>
        </pc:spChg>
        <pc:spChg chg="add mod">
          <ac:chgData name="Tzu-Yao Lin" userId="ea28a84dbd96f852" providerId="LiveId" clId="{796F9E21-B299-4F96-802B-84299CE5C260}" dt="2026-01-27T16:42:44.193" v="3073" actId="5736"/>
          <ac:spMkLst>
            <pc:docMk/>
            <pc:sldMk cId="4054661901" sldId="257"/>
            <ac:spMk id="24" creationId="{84E25A22-CAF0-2760-677C-D331AB09DD3C}"/>
          </ac:spMkLst>
        </pc:spChg>
        <pc:spChg chg="add mod">
          <ac:chgData name="Tzu-Yao Lin" userId="ea28a84dbd96f852" providerId="LiveId" clId="{796F9E21-B299-4F96-802B-84299CE5C260}" dt="2026-01-27T16:42:44.193" v="3073" actId="5736"/>
          <ac:spMkLst>
            <pc:docMk/>
            <pc:sldMk cId="4054661901" sldId="257"/>
            <ac:spMk id="25" creationId="{EFE7FF25-D8D0-CF0B-3956-A92A4D8F0B10}"/>
          </ac:spMkLst>
        </pc:spChg>
        <pc:spChg chg="add mod">
          <ac:chgData name="Tzu-Yao Lin" userId="ea28a84dbd96f852" providerId="LiveId" clId="{796F9E21-B299-4F96-802B-84299CE5C260}" dt="2026-01-27T15:56:49.935" v="2837" actId="208"/>
          <ac:spMkLst>
            <pc:docMk/>
            <pc:sldMk cId="4054661901" sldId="257"/>
            <ac:spMk id="34" creationId="{D9BF0FA7-7E89-4ED2-71ED-BAA7A50C81D9}"/>
          </ac:spMkLst>
        </pc:spChg>
        <pc:spChg chg="add mod">
          <ac:chgData name="Tzu-Yao Lin" userId="ea28a84dbd96f852" providerId="LiveId" clId="{796F9E21-B299-4F96-802B-84299CE5C260}" dt="2026-01-23T12:27:47.714" v="1397" actId="1076"/>
          <ac:spMkLst>
            <pc:docMk/>
            <pc:sldMk cId="4054661901" sldId="257"/>
            <ac:spMk id="43" creationId="{FA88BF30-096F-6243-8416-0D52986E5A2D}"/>
          </ac:spMkLst>
        </pc:spChg>
        <pc:spChg chg="add mod">
          <ac:chgData name="Tzu-Yao Lin" userId="ea28a84dbd96f852" providerId="LiveId" clId="{796F9E21-B299-4F96-802B-84299CE5C260}" dt="2026-01-27T16:42:44.193" v="3073" actId="5736"/>
          <ac:spMkLst>
            <pc:docMk/>
            <pc:sldMk cId="4054661901" sldId="257"/>
            <ac:spMk id="47" creationId="{1A3D6D8C-4512-891B-3839-3AE58E77EF78}"/>
          </ac:spMkLst>
        </pc:spChg>
        <pc:spChg chg="add mod">
          <ac:chgData name="Tzu-Yao Lin" userId="ea28a84dbd96f852" providerId="LiveId" clId="{796F9E21-B299-4F96-802B-84299CE5C260}" dt="2026-01-27T15:57:07.518" v="2840" actId="208"/>
          <ac:spMkLst>
            <pc:docMk/>
            <pc:sldMk cId="4054661901" sldId="257"/>
            <ac:spMk id="55" creationId="{DE9F2519-6DC8-C3DA-C06E-253A8C8F8385}"/>
          </ac:spMkLst>
        </pc:spChg>
        <pc:spChg chg="add mod">
          <ac:chgData name="Tzu-Yao Lin" userId="ea28a84dbd96f852" providerId="LiveId" clId="{796F9E21-B299-4F96-802B-84299CE5C260}" dt="2026-01-27T16:41:06.405" v="3072" actId="5736"/>
          <ac:spMkLst>
            <pc:docMk/>
            <pc:sldMk cId="4054661901" sldId="257"/>
            <ac:spMk id="56" creationId="{694D6636-319B-BA78-B244-6CDA01F64495}"/>
          </ac:spMkLst>
        </pc:spChg>
        <pc:spChg chg="add mod">
          <ac:chgData name="Tzu-Yao Lin" userId="ea28a84dbd96f852" providerId="LiveId" clId="{796F9E21-B299-4F96-802B-84299CE5C260}" dt="2026-01-27T16:19:48.034" v="3002" actId="207"/>
          <ac:spMkLst>
            <pc:docMk/>
            <pc:sldMk cId="4054661901" sldId="257"/>
            <ac:spMk id="57" creationId="{C6B34A58-C305-CE06-C2A1-D36D519C63CF}"/>
          </ac:spMkLst>
        </pc:spChg>
        <pc:spChg chg="mod">
          <ac:chgData name="Tzu-Yao Lin" userId="ea28a84dbd96f852" providerId="LiveId" clId="{796F9E21-B299-4F96-802B-84299CE5C260}" dt="2026-01-27T16:16:07.012" v="2974" actId="208"/>
          <ac:spMkLst>
            <pc:docMk/>
            <pc:sldMk cId="4054661901" sldId="257"/>
            <ac:spMk id="61" creationId="{50F60D0D-73B3-A70B-8456-3E480DB5E824}"/>
          </ac:spMkLst>
        </pc:spChg>
        <pc:spChg chg="add mod">
          <ac:chgData name="Tzu-Yao Lin" userId="ea28a84dbd96f852" providerId="LiveId" clId="{796F9E21-B299-4F96-802B-84299CE5C260}" dt="2026-01-27T16:41:06.405" v="3072" actId="5736"/>
          <ac:spMkLst>
            <pc:docMk/>
            <pc:sldMk cId="4054661901" sldId="257"/>
            <ac:spMk id="65" creationId="{B3388A8B-FA01-9A3F-CAB7-76851E9A9A9D}"/>
          </ac:spMkLst>
        </pc:spChg>
        <pc:spChg chg="add mod">
          <ac:chgData name="Tzu-Yao Lin" userId="ea28a84dbd96f852" providerId="LiveId" clId="{796F9E21-B299-4F96-802B-84299CE5C260}" dt="2026-01-27T16:41:06.405" v="3072" actId="5736"/>
          <ac:spMkLst>
            <pc:docMk/>
            <pc:sldMk cId="4054661901" sldId="257"/>
            <ac:spMk id="69" creationId="{500AF049-6D5A-C948-0202-386927ACA690}"/>
          </ac:spMkLst>
        </pc:spChg>
        <pc:spChg chg="add mod">
          <ac:chgData name="Tzu-Yao Lin" userId="ea28a84dbd96f852" providerId="LiveId" clId="{796F9E21-B299-4F96-802B-84299CE5C260}" dt="2026-01-27T16:41:06.405" v="3072" actId="5736"/>
          <ac:spMkLst>
            <pc:docMk/>
            <pc:sldMk cId="4054661901" sldId="257"/>
            <ac:spMk id="70" creationId="{4743116B-1DD5-8FF0-7699-4A5728360865}"/>
          </ac:spMkLst>
        </pc:spChg>
        <pc:spChg chg="add mod">
          <ac:chgData name="Tzu-Yao Lin" userId="ea28a84dbd96f852" providerId="LiveId" clId="{796F9E21-B299-4F96-802B-84299CE5C260}" dt="2026-01-27T16:25:30.913" v="3050" actId="1076"/>
          <ac:spMkLst>
            <pc:docMk/>
            <pc:sldMk cId="4054661901" sldId="257"/>
            <ac:spMk id="71" creationId="{EC520C19-2F6D-1634-A269-4D1A0548B319}"/>
          </ac:spMkLst>
        </pc:spChg>
        <pc:spChg chg="add mod">
          <ac:chgData name="Tzu-Yao Lin" userId="ea28a84dbd96f852" providerId="LiveId" clId="{796F9E21-B299-4F96-802B-84299CE5C260}" dt="2026-01-27T16:41:06.405" v="3072" actId="5736"/>
          <ac:spMkLst>
            <pc:docMk/>
            <pc:sldMk cId="4054661901" sldId="257"/>
            <ac:spMk id="72" creationId="{A5DC5620-3B10-F257-20D9-A5AF91B0D7D8}"/>
          </ac:spMkLst>
        </pc:spChg>
        <pc:spChg chg="add mod">
          <ac:chgData name="Tzu-Yao Lin" userId="ea28a84dbd96f852" providerId="LiveId" clId="{796F9E21-B299-4F96-802B-84299CE5C260}" dt="2026-01-27T16:19:48.034" v="3002" actId="207"/>
          <ac:spMkLst>
            <pc:docMk/>
            <pc:sldMk cId="4054661901" sldId="257"/>
            <ac:spMk id="73" creationId="{9663991D-B0A7-752C-62C0-A172CEB06236}"/>
          </ac:spMkLst>
        </pc:spChg>
        <pc:spChg chg="add mod">
          <ac:chgData name="Tzu-Yao Lin" userId="ea28a84dbd96f852" providerId="LiveId" clId="{796F9E21-B299-4F96-802B-84299CE5C260}" dt="2026-01-27T16:42:44.193" v="3073" actId="5736"/>
          <ac:spMkLst>
            <pc:docMk/>
            <pc:sldMk cId="4054661901" sldId="257"/>
            <ac:spMk id="74" creationId="{0803B208-14F3-58CA-E4E4-7CFF0CF28C90}"/>
          </ac:spMkLst>
        </pc:spChg>
        <pc:spChg chg="add mod">
          <ac:chgData name="Tzu-Yao Lin" userId="ea28a84dbd96f852" providerId="LiveId" clId="{796F9E21-B299-4F96-802B-84299CE5C260}" dt="2026-01-27T16:42:44.193" v="3073" actId="5736"/>
          <ac:spMkLst>
            <pc:docMk/>
            <pc:sldMk cId="4054661901" sldId="257"/>
            <ac:spMk id="75" creationId="{362280C7-EFE9-5130-47A5-F570D6269D0E}"/>
          </ac:spMkLst>
        </pc:spChg>
        <pc:spChg chg="mod">
          <ac:chgData name="Tzu-Yao Lin" userId="ea28a84dbd96f852" providerId="LiveId" clId="{796F9E21-B299-4F96-802B-84299CE5C260}" dt="2026-01-27T16:42:44.193" v="3073" actId="5736"/>
          <ac:spMkLst>
            <pc:docMk/>
            <pc:sldMk cId="4054661901" sldId="257"/>
            <ac:spMk id="76" creationId="{80F26DBE-C3C6-C649-9148-6878496278AA}"/>
          </ac:spMkLst>
        </pc:spChg>
        <pc:spChg chg="add mod">
          <ac:chgData name="Tzu-Yao Lin" userId="ea28a84dbd96f852" providerId="LiveId" clId="{796F9E21-B299-4F96-802B-84299CE5C260}" dt="2026-01-27T16:25:30.913" v="3050" actId="1076"/>
          <ac:spMkLst>
            <pc:docMk/>
            <pc:sldMk cId="4054661901" sldId="257"/>
            <ac:spMk id="78" creationId="{8264AD00-F01B-45AE-6B0C-425DA545FC8E}"/>
          </ac:spMkLst>
        </pc:spChg>
        <pc:spChg chg="add mod">
          <ac:chgData name="Tzu-Yao Lin" userId="ea28a84dbd96f852" providerId="LiveId" clId="{796F9E21-B299-4F96-802B-84299CE5C260}" dt="2026-01-27T16:42:44.193" v="3073" actId="5736"/>
          <ac:spMkLst>
            <pc:docMk/>
            <pc:sldMk cId="4054661901" sldId="257"/>
            <ac:spMk id="79" creationId="{25BFC5C9-2A70-2DF4-72AF-D6C6F8A9FBB6}"/>
          </ac:spMkLst>
        </pc:spChg>
        <pc:spChg chg="add mod">
          <ac:chgData name="Tzu-Yao Lin" userId="ea28a84dbd96f852" providerId="LiveId" clId="{796F9E21-B299-4F96-802B-84299CE5C260}" dt="2026-01-27T16:42:44.193" v="3073" actId="5736"/>
          <ac:spMkLst>
            <pc:docMk/>
            <pc:sldMk cId="4054661901" sldId="257"/>
            <ac:spMk id="80" creationId="{EC829C33-AC96-EB4D-44FE-26AD1E055BF6}"/>
          </ac:spMkLst>
        </pc:spChg>
        <pc:spChg chg="add mod">
          <ac:chgData name="Tzu-Yao Lin" userId="ea28a84dbd96f852" providerId="LiveId" clId="{796F9E21-B299-4F96-802B-84299CE5C260}" dt="2026-01-27T16:42:44.193" v="3073" actId="5736"/>
          <ac:spMkLst>
            <pc:docMk/>
            <pc:sldMk cId="4054661901" sldId="257"/>
            <ac:spMk id="81" creationId="{F0C5A5AC-9062-6547-FD48-4E1E6F1A2803}"/>
          </ac:spMkLst>
        </pc:spChg>
        <pc:spChg chg="add mod">
          <ac:chgData name="Tzu-Yao Lin" userId="ea28a84dbd96f852" providerId="LiveId" clId="{796F9E21-B299-4F96-802B-84299CE5C260}" dt="2026-01-27T16:24:11.355" v="3028" actId="207"/>
          <ac:spMkLst>
            <pc:docMk/>
            <pc:sldMk cId="4054661901" sldId="257"/>
            <ac:spMk id="82" creationId="{C4EC27EE-4748-67ED-8799-0908AF08E4AD}"/>
          </ac:spMkLst>
        </pc:spChg>
        <pc:spChg chg="add mod">
          <ac:chgData name="Tzu-Yao Lin" userId="ea28a84dbd96f852" providerId="LiveId" clId="{796F9E21-B299-4F96-802B-84299CE5C260}" dt="2026-01-27T16:24:11.355" v="3028" actId="207"/>
          <ac:spMkLst>
            <pc:docMk/>
            <pc:sldMk cId="4054661901" sldId="257"/>
            <ac:spMk id="83" creationId="{FFE1516D-7C56-2038-69EF-1A9A00936F0F}"/>
          </ac:spMkLst>
        </pc:spChg>
        <pc:spChg chg="add mod">
          <ac:chgData name="Tzu-Yao Lin" userId="ea28a84dbd96f852" providerId="LiveId" clId="{796F9E21-B299-4F96-802B-84299CE5C260}" dt="2026-01-27T16:42:44.193" v="3073" actId="5736"/>
          <ac:spMkLst>
            <pc:docMk/>
            <pc:sldMk cId="4054661901" sldId="257"/>
            <ac:spMk id="107" creationId="{B6C66E78-00DC-305E-0911-AE8D67F3D51B}"/>
          </ac:spMkLst>
        </pc:spChg>
        <pc:graphicFrameChg chg="add mod modGraphic">
          <ac:chgData name="Tzu-Yao Lin" userId="ea28a84dbd96f852" providerId="LiveId" clId="{796F9E21-B299-4F96-802B-84299CE5C260}" dt="2026-01-23T15:30:35.495" v="2295"/>
          <ac:graphicFrameMkLst>
            <pc:docMk/>
            <pc:sldMk cId="4054661901" sldId="257"/>
            <ac:graphicFrameMk id="6" creationId="{542C23FD-8A3E-9766-9363-385E9612EE33}"/>
          </ac:graphicFrameMkLst>
        </pc:graphicFrameChg>
        <pc:graphicFrameChg chg="mod modGraphic">
          <ac:chgData name="Tzu-Yao Lin" userId="ea28a84dbd96f852" providerId="LiveId" clId="{796F9E21-B299-4F96-802B-84299CE5C260}" dt="2026-01-27T15:20:00.056" v="2685" actId="1076"/>
          <ac:graphicFrameMkLst>
            <pc:docMk/>
            <pc:sldMk cId="4054661901" sldId="257"/>
            <ac:graphicFrameMk id="19" creationId="{36AD4AE1-2C04-AA88-ECF8-93AE1E857557}"/>
          </ac:graphicFrameMkLst>
        </pc:graphicFrameChg>
        <pc:graphicFrameChg chg="mod modGraphic">
          <ac:chgData name="Tzu-Yao Lin" userId="ea28a84dbd96f852" providerId="LiveId" clId="{796F9E21-B299-4F96-802B-84299CE5C260}" dt="2026-01-23T15:30:32.305" v="2294"/>
          <ac:graphicFrameMkLst>
            <pc:docMk/>
            <pc:sldMk cId="4054661901" sldId="257"/>
            <ac:graphicFrameMk id="29" creationId="{670C2EEB-6C49-C045-0486-849C4DCCA438}"/>
          </ac:graphicFrameMkLst>
        </pc:graphicFrameChg>
        <pc:graphicFrameChg chg="mod modGraphic">
          <ac:chgData name="Tzu-Yao Lin" userId="ea28a84dbd96f852" providerId="LiveId" clId="{796F9E21-B299-4F96-802B-84299CE5C260}" dt="2026-01-27T15:20:08.526" v="2688" actId="14734"/>
          <ac:graphicFrameMkLst>
            <pc:docMk/>
            <pc:sldMk cId="4054661901" sldId="257"/>
            <ac:graphicFrameMk id="60" creationId="{7C8A5049-B6F7-C90A-0731-9052E2681381}"/>
          </ac:graphicFrameMkLst>
        </pc:graphicFrameChg>
        <pc:cxnChg chg="add mod">
          <ac:chgData name="Tzu-Yao Lin" userId="ea28a84dbd96f852" providerId="LiveId" clId="{796F9E21-B299-4F96-802B-84299CE5C260}" dt="2026-01-27T15:58:14.219" v="2849" actId="14100"/>
          <ac:cxnSpMkLst>
            <pc:docMk/>
            <pc:sldMk cId="4054661901" sldId="257"/>
            <ac:cxnSpMk id="3" creationId="{CD0CEA7B-EC3D-52CE-69D9-C4323D637BA2}"/>
          </ac:cxnSpMkLst>
        </pc:cxnChg>
        <pc:cxnChg chg="add mod">
          <ac:chgData name="Tzu-Yao Lin" userId="ea28a84dbd96f852" providerId="LiveId" clId="{796F9E21-B299-4F96-802B-84299CE5C260}" dt="2026-01-27T15:58:01.725" v="2846" actId="14100"/>
          <ac:cxnSpMkLst>
            <pc:docMk/>
            <pc:sldMk cId="4054661901" sldId="257"/>
            <ac:cxnSpMk id="5" creationId="{42316345-1857-42C2-B0A0-4D39D9F3E161}"/>
          </ac:cxnSpMkLst>
        </pc:cxnChg>
        <pc:cxnChg chg="add mod">
          <ac:chgData name="Tzu-Yao Lin" userId="ea28a84dbd96f852" providerId="LiveId" clId="{796F9E21-B299-4F96-802B-84299CE5C260}" dt="2026-01-27T15:56:44.280" v="2836" actId="208"/>
          <ac:cxnSpMkLst>
            <pc:docMk/>
            <pc:sldMk cId="4054661901" sldId="257"/>
            <ac:cxnSpMk id="10" creationId="{3EC516EE-06BA-C172-DCD2-875159F6BD91}"/>
          </ac:cxnSpMkLst>
        </pc:cxnChg>
        <pc:cxnChg chg="add mod">
          <ac:chgData name="Tzu-Yao Lin" userId="ea28a84dbd96f852" providerId="LiveId" clId="{796F9E21-B299-4F96-802B-84299CE5C260}" dt="2026-01-27T15:57:03.201" v="2839" actId="208"/>
          <ac:cxnSpMkLst>
            <pc:docMk/>
            <pc:sldMk cId="4054661901" sldId="257"/>
            <ac:cxnSpMk id="12" creationId="{A10D009D-9F6B-4F58-7669-CFE972CF1D3C}"/>
          </ac:cxnSpMkLst>
        </pc:cxnChg>
        <pc:cxnChg chg="mod">
          <ac:chgData name="Tzu-Yao Lin" userId="ea28a84dbd96f852" providerId="LiveId" clId="{796F9E21-B299-4F96-802B-84299CE5C260}" dt="2026-01-27T15:57:39.115" v="2843" actId="693"/>
          <ac:cxnSpMkLst>
            <pc:docMk/>
            <pc:sldMk cId="4054661901" sldId="257"/>
            <ac:cxnSpMk id="22" creationId="{45CCA68D-78BD-CF37-87D9-16DF1EFA2A20}"/>
          </ac:cxnSpMkLst>
        </pc:cxnChg>
        <pc:cxnChg chg="mod">
          <ac:chgData name="Tzu-Yao Lin" userId="ea28a84dbd96f852" providerId="LiveId" clId="{796F9E21-B299-4F96-802B-84299CE5C260}" dt="2026-01-27T15:56:49.935" v="2837" actId="208"/>
          <ac:cxnSpMkLst>
            <pc:docMk/>
            <pc:sldMk cId="4054661901" sldId="257"/>
            <ac:cxnSpMk id="23" creationId="{9B5D0E6B-9B76-FE43-ECE8-503DA921F2C8}"/>
          </ac:cxnSpMkLst>
        </pc:cxnChg>
        <pc:cxnChg chg="mod">
          <ac:chgData name="Tzu-Yao Lin" userId="ea28a84dbd96f852" providerId="LiveId" clId="{796F9E21-B299-4F96-802B-84299CE5C260}" dt="2026-01-27T15:57:50.504" v="2844" actId="693"/>
          <ac:cxnSpMkLst>
            <pc:docMk/>
            <pc:sldMk cId="4054661901" sldId="257"/>
            <ac:cxnSpMk id="62" creationId="{78A9CAFA-544C-8822-D397-0ABB5BC6A79A}"/>
          </ac:cxnSpMkLst>
        </pc:cxnChg>
        <pc:cxnChg chg="mod">
          <ac:chgData name="Tzu-Yao Lin" userId="ea28a84dbd96f852" providerId="LiveId" clId="{796F9E21-B299-4F96-802B-84299CE5C260}" dt="2026-01-27T15:57:07.518" v="2840" actId="208"/>
          <ac:cxnSpMkLst>
            <pc:docMk/>
            <pc:sldMk cId="4054661901" sldId="257"/>
            <ac:cxnSpMk id="63" creationId="{3EFAA48E-5595-7A87-330E-DD08DCC355D7}"/>
          </ac:cxnSpMkLst>
        </pc:cxnChg>
        <pc:cxnChg chg="add mod">
          <ac:chgData name="Tzu-Yao Lin" userId="ea28a84dbd96f852" providerId="LiveId" clId="{796F9E21-B299-4F96-802B-84299CE5C260}" dt="2026-01-27T15:56:55.473" v="2838" actId="208"/>
          <ac:cxnSpMkLst>
            <pc:docMk/>
            <pc:sldMk cId="4054661901" sldId="257"/>
            <ac:cxnSpMk id="91" creationId="{5C45699E-9892-A8ED-27CD-E715F7369126}"/>
          </ac:cxnSpMkLst>
        </pc:cxnChg>
        <pc:cxnChg chg="add mod">
          <ac:chgData name="Tzu-Yao Lin" userId="ea28a84dbd96f852" providerId="LiveId" clId="{796F9E21-B299-4F96-802B-84299CE5C260}" dt="2026-01-27T15:57:39.115" v="2843" actId="693"/>
          <ac:cxnSpMkLst>
            <pc:docMk/>
            <pc:sldMk cId="4054661901" sldId="257"/>
            <ac:cxnSpMk id="94" creationId="{6F967C3F-E5C9-D1CB-FA92-4E581C9361C5}"/>
          </ac:cxnSpMkLst>
        </pc:cxnChg>
        <pc:cxnChg chg="add mod">
          <ac:chgData name="Tzu-Yao Lin" userId="ea28a84dbd96f852" providerId="LiveId" clId="{796F9E21-B299-4F96-802B-84299CE5C260}" dt="2026-01-27T15:57:13.827" v="2841" actId="208"/>
          <ac:cxnSpMkLst>
            <pc:docMk/>
            <pc:sldMk cId="4054661901" sldId="257"/>
            <ac:cxnSpMk id="97" creationId="{8501086B-3598-1E51-2F6E-7101E8F7CF85}"/>
          </ac:cxnSpMkLst>
        </pc:cxnChg>
        <pc:cxnChg chg="add mod">
          <ac:chgData name="Tzu-Yao Lin" userId="ea28a84dbd96f852" providerId="LiveId" clId="{796F9E21-B299-4F96-802B-84299CE5C260}" dt="2026-01-27T15:57:50.504" v="2844" actId="693"/>
          <ac:cxnSpMkLst>
            <pc:docMk/>
            <pc:sldMk cId="4054661901" sldId="257"/>
            <ac:cxnSpMk id="98" creationId="{536D9670-BE7D-6627-FE66-2EF9046A7C8F}"/>
          </ac:cxnSpMkLst>
        </pc:cxnChg>
      </pc:sldChg>
      <pc:sldChg chg="addSp delSp modSp add mod">
        <pc:chgData name="Tzu-Yao Lin" userId="ea28a84dbd96f852" providerId="LiveId" clId="{796F9E21-B299-4F96-802B-84299CE5C260}" dt="2026-01-29T09:47:46.940" v="3084" actId="14100"/>
        <pc:sldMkLst>
          <pc:docMk/>
          <pc:sldMk cId="174865190" sldId="258"/>
        </pc:sldMkLst>
        <pc:spChg chg="add mod">
          <ac:chgData name="Tzu-Yao Lin" userId="ea28a84dbd96f852" providerId="LiveId" clId="{796F9E21-B299-4F96-802B-84299CE5C260}" dt="2026-01-27T16:43:01.004" v="3075" actId="5736"/>
          <ac:spMkLst>
            <pc:docMk/>
            <pc:sldMk cId="174865190" sldId="258"/>
            <ac:spMk id="3" creationId="{1946A01F-63F9-37E4-6D9C-19F57743AE59}"/>
          </ac:spMkLst>
        </pc:spChg>
        <pc:spChg chg="add mod">
          <ac:chgData name="Tzu-Yao Lin" userId="ea28a84dbd96f852" providerId="LiveId" clId="{796F9E21-B299-4F96-802B-84299CE5C260}" dt="2026-01-27T15:58:52.319" v="2851" actId="208"/>
          <ac:spMkLst>
            <pc:docMk/>
            <pc:sldMk cId="174865190" sldId="258"/>
            <ac:spMk id="5" creationId="{E9809EA5-5B97-4AD2-73CA-9A09807D3882}"/>
          </ac:spMkLst>
        </pc:spChg>
        <pc:spChg chg="add mod">
          <ac:chgData name="Tzu-Yao Lin" userId="ea28a84dbd96f852" providerId="LiveId" clId="{796F9E21-B299-4F96-802B-84299CE5C260}" dt="2026-01-27T15:59:15.494" v="2853" actId="208"/>
          <ac:spMkLst>
            <pc:docMk/>
            <pc:sldMk cId="174865190" sldId="258"/>
            <ac:spMk id="8" creationId="{C6EFE735-ED6B-DCD2-87C7-684358769A8D}"/>
          </ac:spMkLst>
        </pc:spChg>
        <pc:spChg chg="add mod">
          <ac:chgData name="Tzu-Yao Lin" userId="ea28a84dbd96f852" providerId="LiveId" clId="{796F9E21-B299-4F96-802B-84299CE5C260}" dt="2026-01-27T15:59:15.494" v="2853" actId="208"/>
          <ac:spMkLst>
            <pc:docMk/>
            <pc:sldMk cId="174865190" sldId="258"/>
            <ac:spMk id="9" creationId="{75479C03-57A7-8D37-3A43-2A317389CA61}"/>
          </ac:spMkLst>
        </pc:spChg>
        <pc:spChg chg="add mod">
          <ac:chgData name="Tzu-Yao Lin" userId="ea28a84dbd96f852" providerId="LiveId" clId="{796F9E21-B299-4F96-802B-84299CE5C260}" dt="2026-01-27T16:43:11.657" v="3076" actId="5736"/>
          <ac:spMkLst>
            <pc:docMk/>
            <pc:sldMk cId="174865190" sldId="258"/>
            <ac:spMk id="15" creationId="{80A3986E-F9FF-3190-3464-39C7C9EFCCA2}"/>
          </ac:spMkLst>
        </pc:spChg>
        <pc:spChg chg="mod">
          <ac:chgData name="Tzu-Yao Lin" userId="ea28a84dbd96f852" providerId="LiveId" clId="{796F9E21-B299-4F96-802B-84299CE5C260}" dt="2026-01-27T16:43:01.004" v="3075" actId="5736"/>
          <ac:spMkLst>
            <pc:docMk/>
            <pc:sldMk cId="174865190" sldId="258"/>
            <ac:spMk id="21" creationId="{6CA56C17-A189-06B0-216C-410E43AFCA33}"/>
          </ac:spMkLst>
        </pc:spChg>
        <pc:spChg chg="add mod">
          <ac:chgData name="Tzu-Yao Lin" userId="ea28a84dbd96f852" providerId="LiveId" clId="{796F9E21-B299-4F96-802B-84299CE5C260}" dt="2026-01-27T15:23:21.275" v="2708" actId="121"/>
          <ac:spMkLst>
            <pc:docMk/>
            <pc:sldMk cId="174865190" sldId="258"/>
            <ac:spMk id="38" creationId="{D26BAA4B-6125-7937-28EA-7186F3B7C64A}"/>
          </ac:spMkLst>
        </pc:spChg>
        <pc:spChg chg="add mod">
          <ac:chgData name="Tzu-Yao Lin" userId="ea28a84dbd96f852" providerId="LiveId" clId="{796F9E21-B299-4F96-802B-84299CE5C260}" dt="2026-01-27T16:43:11.657" v="3076" actId="5736"/>
          <ac:spMkLst>
            <pc:docMk/>
            <pc:sldMk cId="174865190" sldId="258"/>
            <ac:spMk id="40" creationId="{87CFB6E3-DBCD-4EB6-B516-348130F7FA0C}"/>
          </ac:spMkLst>
        </pc:spChg>
        <pc:spChg chg="add mod">
          <ac:chgData name="Tzu-Yao Lin" userId="ea28a84dbd96f852" providerId="LiveId" clId="{796F9E21-B299-4F96-802B-84299CE5C260}" dt="2026-01-27T16:43:01.004" v="3075" actId="5736"/>
          <ac:spMkLst>
            <pc:docMk/>
            <pc:sldMk cId="174865190" sldId="258"/>
            <ac:spMk id="41" creationId="{44513CBC-1F84-3BFB-FC49-33D5BCFC8DA7}"/>
          </ac:spMkLst>
        </pc:spChg>
        <pc:spChg chg="add mod">
          <ac:chgData name="Tzu-Yao Lin" userId="ea28a84dbd96f852" providerId="LiveId" clId="{796F9E21-B299-4F96-802B-84299CE5C260}" dt="2026-01-27T16:43:01.004" v="3075" actId="5736"/>
          <ac:spMkLst>
            <pc:docMk/>
            <pc:sldMk cId="174865190" sldId="258"/>
            <ac:spMk id="42" creationId="{3C6137FE-16EE-CCF2-36F0-A6CFFBBA15B5}"/>
          </ac:spMkLst>
        </pc:spChg>
        <pc:spChg chg="add mod">
          <ac:chgData name="Tzu-Yao Lin" userId="ea28a84dbd96f852" providerId="LiveId" clId="{796F9E21-B299-4F96-802B-84299CE5C260}" dt="2026-01-27T16:43:01.004" v="3075" actId="5736"/>
          <ac:spMkLst>
            <pc:docMk/>
            <pc:sldMk cId="174865190" sldId="258"/>
            <ac:spMk id="44" creationId="{223E1F94-11D8-FBCD-1B62-9FCF548EE0B2}"/>
          </ac:spMkLst>
        </pc:spChg>
        <pc:spChg chg="add mod">
          <ac:chgData name="Tzu-Yao Lin" userId="ea28a84dbd96f852" providerId="LiveId" clId="{796F9E21-B299-4F96-802B-84299CE5C260}" dt="2026-01-27T16:43:11.657" v="3076" actId="5736"/>
          <ac:spMkLst>
            <pc:docMk/>
            <pc:sldMk cId="174865190" sldId="258"/>
            <ac:spMk id="48" creationId="{CB310F03-F323-FBD2-6500-EECD2DF577DB}"/>
          </ac:spMkLst>
        </pc:spChg>
        <pc:spChg chg="add mod">
          <ac:chgData name="Tzu-Yao Lin" userId="ea28a84dbd96f852" providerId="LiveId" clId="{796F9E21-B299-4F96-802B-84299CE5C260}" dt="2026-01-27T16:43:01.004" v="3075" actId="5736"/>
          <ac:spMkLst>
            <pc:docMk/>
            <pc:sldMk cId="174865190" sldId="258"/>
            <ac:spMk id="57" creationId="{5A7172CB-AF56-6FF7-00A1-68C28D9B5157}"/>
          </ac:spMkLst>
        </pc:spChg>
        <pc:spChg chg="add mod">
          <ac:chgData name="Tzu-Yao Lin" userId="ea28a84dbd96f852" providerId="LiveId" clId="{796F9E21-B299-4F96-802B-84299CE5C260}" dt="2026-01-27T16:25:45.516" v="3051" actId="1076"/>
          <ac:spMkLst>
            <pc:docMk/>
            <pc:sldMk cId="174865190" sldId="258"/>
            <ac:spMk id="58" creationId="{973890DE-A398-0E23-7947-18909E451489}"/>
          </ac:spMkLst>
        </pc:spChg>
        <pc:spChg chg="add mod">
          <ac:chgData name="Tzu-Yao Lin" userId="ea28a84dbd96f852" providerId="LiveId" clId="{796F9E21-B299-4F96-802B-84299CE5C260}" dt="2026-01-27T16:25:45.516" v="3051" actId="1076"/>
          <ac:spMkLst>
            <pc:docMk/>
            <pc:sldMk cId="174865190" sldId="258"/>
            <ac:spMk id="59" creationId="{F1A2261A-3764-8A8D-E5A1-62BB12E01CDF}"/>
          </ac:spMkLst>
        </pc:spChg>
        <pc:spChg chg="add mod">
          <ac:chgData name="Tzu-Yao Lin" userId="ea28a84dbd96f852" providerId="LiveId" clId="{796F9E21-B299-4F96-802B-84299CE5C260}" dt="2026-01-27T16:43:01.004" v="3075" actId="5736"/>
          <ac:spMkLst>
            <pc:docMk/>
            <pc:sldMk cId="174865190" sldId="258"/>
            <ac:spMk id="60" creationId="{0DD96A86-9CBA-5CB9-8CA8-BB7706D7A5EF}"/>
          </ac:spMkLst>
        </pc:spChg>
        <pc:spChg chg="add mod">
          <ac:chgData name="Tzu-Yao Lin" userId="ea28a84dbd96f852" providerId="LiveId" clId="{796F9E21-B299-4F96-802B-84299CE5C260}" dt="2026-01-27T16:43:01.004" v="3075" actId="5736"/>
          <ac:spMkLst>
            <pc:docMk/>
            <pc:sldMk cId="174865190" sldId="258"/>
            <ac:spMk id="61" creationId="{CDBD1551-89CD-CE78-12FE-BD9B6029F4C5}"/>
          </ac:spMkLst>
        </pc:spChg>
        <pc:spChg chg="add mod">
          <ac:chgData name="Tzu-Yao Lin" userId="ea28a84dbd96f852" providerId="LiveId" clId="{796F9E21-B299-4F96-802B-84299CE5C260}" dt="2026-01-27T16:43:01.004" v="3075" actId="5736"/>
          <ac:spMkLst>
            <pc:docMk/>
            <pc:sldMk cId="174865190" sldId="258"/>
            <ac:spMk id="62" creationId="{CD4A9597-D32D-ECE3-F8AE-DEB1E3259B6C}"/>
          </ac:spMkLst>
        </pc:spChg>
        <pc:spChg chg="add mod">
          <ac:chgData name="Tzu-Yao Lin" userId="ea28a84dbd96f852" providerId="LiveId" clId="{796F9E21-B299-4F96-802B-84299CE5C260}" dt="2026-01-27T16:43:11.657" v="3076" actId="5736"/>
          <ac:spMkLst>
            <pc:docMk/>
            <pc:sldMk cId="174865190" sldId="258"/>
            <ac:spMk id="63" creationId="{FFC9A462-CF64-D9F9-D2EC-B55EB7BA5657}"/>
          </ac:spMkLst>
        </pc:spChg>
        <pc:spChg chg="add mod">
          <ac:chgData name="Tzu-Yao Lin" userId="ea28a84dbd96f852" providerId="LiveId" clId="{796F9E21-B299-4F96-802B-84299CE5C260}" dt="2026-01-27T16:43:11.657" v="3076" actId="5736"/>
          <ac:spMkLst>
            <pc:docMk/>
            <pc:sldMk cId="174865190" sldId="258"/>
            <ac:spMk id="64" creationId="{36D5DDED-6EDE-68B5-6171-89E202DC4C93}"/>
          </ac:spMkLst>
        </pc:spChg>
        <pc:spChg chg="add mod">
          <ac:chgData name="Tzu-Yao Lin" userId="ea28a84dbd96f852" providerId="LiveId" clId="{796F9E21-B299-4F96-802B-84299CE5C260}" dt="2026-01-23T14:57:58.937" v="2073" actId="1076"/>
          <ac:spMkLst>
            <pc:docMk/>
            <pc:sldMk cId="174865190" sldId="258"/>
            <ac:spMk id="68" creationId="{2B9BA0E4-8052-5129-9C0B-944D39F4F0B4}"/>
          </ac:spMkLst>
        </pc:spChg>
        <pc:spChg chg="add mod">
          <ac:chgData name="Tzu-Yao Lin" userId="ea28a84dbd96f852" providerId="LiveId" clId="{796F9E21-B299-4F96-802B-84299CE5C260}" dt="2026-01-27T16:21:18.531" v="3007" actId="207"/>
          <ac:spMkLst>
            <pc:docMk/>
            <pc:sldMk cId="174865190" sldId="258"/>
            <ac:spMk id="76" creationId="{9AC5AA24-B645-7328-D582-8C489C36A1E1}"/>
          </ac:spMkLst>
        </pc:spChg>
        <pc:spChg chg="add mod">
          <ac:chgData name="Tzu-Yao Lin" userId="ea28a84dbd96f852" providerId="LiveId" clId="{796F9E21-B299-4F96-802B-84299CE5C260}" dt="2026-01-27T16:43:11.657" v="3076" actId="5736"/>
          <ac:spMkLst>
            <pc:docMk/>
            <pc:sldMk cId="174865190" sldId="258"/>
            <ac:spMk id="77" creationId="{52B28F84-58DB-9482-6F19-20E6DE7DF2B5}"/>
          </ac:spMkLst>
        </pc:spChg>
        <pc:spChg chg="add mod">
          <ac:chgData name="Tzu-Yao Lin" userId="ea28a84dbd96f852" providerId="LiveId" clId="{796F9E21-B299-4F96-802B-84299CE5C260}" dt="2026-01-27T16:43:11.657" v="3076" actId="5736"/>
          <ac:spMkLst>
            <pc:docMk/>
            <pc:sldMk cId="174865190" sldId="258"/>
            <ac:spMk id="78" creationId="{FD36EFAC-6DA2-94D2-D53E-44E42DC6CCCA}"/>
          </ac:spMkLst>
        </pc:spChg>
        <pc:spChg chg="add mod">
          <ac:chgData name="Tzu-Yao Lin" userId="ea28a84dbd96f852" providerId="LiveId" clId="{796F9E21-B299-4F96-802B-84299CE5C260}" dt="2026-01-23T14:59:45.158" v="2093" actId="1076"/>
          <ac:spMkLst>
            <pc:docMk/>
            <pc:sldMk cId="174865190" sldId="258"/>
            <ac:spMk id="79" creationId="{15781E74-4283-9AC4-E72D-7C10A06C1E96}"/>
          </ac:spMkLst>
        </pc:spChg>
        <pc:spChg chg="add mod">
          <ac:chgData name="Tzu-Yao Lin" userId="ea28a84dbd96f852" providerId="LiveId" clId="{796F9E21-B299-4F96-802B-84299CE5C260}" dt="2026-01-27T16:43:11.657" v="3076" actId="5736"/>
          <ac:spMkLst>
            <pc:docMk/>
            <pc:sldMk cId="174865190" sldId="258"/>
            <ac:spMk id="80" creationId="{04C0850C-4F5B-963D-7648-3A6C073E27FE}"/>
          </ac:spMkLst>
        </pc:spChg>
        <pc:spChg chg="add mod">
          <ac:chgData name="Tzu-Yao Lin" userId="ea28a84dbd96f852" providerId="LiveId" clId="{796F9E21-B299-4F96-802B-84299CE5C260}" dt="2026-01-27T16:17:03.129" v="2990"/>
          <ac:spMkLst>
            <pc:docMk/>
            <pc:sldMk cId="174865190" sldId="258"/>
            <ac:spMk id="91" creationId="{20C19CA2-F09E-BE78-E26D-F9AFB66C0947}"/>
          </ac:spMkLst>
        </pc:spChg>
        <pc:spChg chg="add mod">
          <ac:chgData name="Tzu-Yao Lin" userId="ea28a84dbd96f852" providerId="LiveId" clId="{796F9E21-B299-4F96-802B-84299CE5C260}" dt="2026-01-27T16:43:01.004" v="3075" actId="5736"/>
          <ac:spMkLst>
            <pc:docMk/>
            <pc:sldMk cId="174865190" sldId="258"/>
            <ac:spMk id="92" creationId="{4F2776A4-1578-012C-C890-CDBABF139C25}"/>
          </ac:spMkLst>
        </pc:spChg>
        <pc:spChg chg="add mod">
          <ac:chgData name="Tzu-Yao Lin" userId="ea28a84dbd96f852" providerId="LiveId" clId="{796F9E21-B299-4F96-802B-84299CE5C260}" dt="2026-01-27T16:43:11.657" v="3076" actId="5736"/>
          <ac:spMkLst>
            <pc:docMk/>
            <pc:sldMk cId="174865190" sldId="258"/>
            <ac:spMk id="93" creationId="{522D3393-A883-89E4-D1E3-7B3C68E2AAB5}"/>
          </ac:spMkLst>
        </pc:spChg>
        <pc:spChg chg="add mod">
          <ac:chgData name="Tzu-Yao Lin" userId="ea28a84dbd96f852" providerId="LiveId" clId="{796F9E21-B299-4F96-802B-84299CE5C260}" dt="2026-01-27T16:43:11.657" v="3076" actId="5736"/>
          <ac:spMkLst>
            <pc:docMk/>
            <pc:sldMk cId="174865190" sldId="258"/>
            <ac:spMk id="94" creationId="{1DFD39E7-013D-726C-D22B-06FB694BFAC1}"/>
          </ac:spMkLst>
        </pc:spChg>
        <pc:graphicFrameChg chg="add mod modGraphic">
          <ac:chgData name="Tzu-Yao Lin" userId="ea28a84dbd96f852" providerId="LiveId" clId="{796F9E21-B299-4F96-802B-84299CE5C260}" dt="2026-01-27T16:00:01.423" v="2858" actId="572"/>
          <ac:graphicFrameMkLst>
            <pc:docMk/>
            <pc:sldMk cId="174865190" sldId="258"/>
            <ac:graphicFrameMk id="2" creationId="{57F621E7-94BF-1AF3-62E9-22EE0AB05478}"/>
          </ac:graphicFrameMkLst>
        </pc:graphicFrameChg>
        <pc:graphicFrameChg chg="mod modGraphic">
          <ac:chgData name="Tzu-Yao Lin" userId="ea28a84dbd96f852" providerId="LiveId" clId="{796F9E21-B299-4F96-802B-84299CE5C260}" dt="2026-01-23T15:31:27.678" v="2305"/>
          <ac:graphicFrameMkLst>
            <pc:docMk/>
            <pc:sldMk cId="174865190" sldId="258"/>
            <ac:graphicFrameMk id="29" creationId="{1DD3937E-6B9F-80D2-129E-C5A4F7109249}"/>
          </ac:graphicFrameMkLst>
        </pc:graphicFrameChg>
        <pc:graphicFrameChg chg="add mod">
          <ac:chgData name="Tzu-Yao Lin" userId="ea28a84dbd96f852" providerId="LiveId" clId="{796F9E21-B299-4F96-802B-84299CE5C260}" dt="2026-01-27T16:00:07.538" v="2861" actId="572"/>
          <ac:graphicFrameMkLst>
            <pc:docMk/>
            <pc:sldMk cId="174865190" sldId="258"/>
            <ac:graphicFrameMk id="37" creationId="{61DDA4D3-7E31-3A4D-B02D-2EEABEC19C2B}"/>
          </ac:graphicFrameMkLst>
        </pc:graphicFrameChg>
        <pc:graphicFrameChg chg="add mod ord modGraphic">
          <ac:chgData name="Tzu-Yao Lin" userId="ea28a84dbd96f852" providerId="LiveId" clId="{796F9E21-B299-4F96-802B-84299CE5C260}" dt="2026-01-27T15:54:45.236" v="2820" actId="166"/>
          <ac:graphicFrameMkLst>
            <pc:docMk/>
            <pc:sldMk cId="174865190" sldId="258"/>
            <ac:graphicFrameMk id="43" creationId="{D8482E6E-E5F2-DF88-30F4-7497A82C68DB}"/>
          </ac:graphicFrameMkLst>
        </pc:graphicFrameChg>
        <pc:graphicFrameChg chg="mod modGraphic">
          <ac:chgData name="Tzu-Yao Lin" userId="ea28a84dbd96f852" providerId="LiveId" clId="{796F9E21-B299-4F96-802B-84299CE5C260}" dt="2026-01-23T15:31:31.276" v="2306"/>
          <ac:graphicFrameMkLst>
            <pc:docMk/>
            <pc:sldMk cId="174865190" sldId="258"/>
            <ac:graphicFrameMk id="47" creationId="{3FDD2595-0160-BE93-B49F-8DF4AA873DBE}"/>
          </ac:graphicFrameMkLst>
        </pc:graphicFrameChg>
        <pc:graphicFrameChg chg="add mod modGraphic">
          <ac:chgData name="Tzu-Yao Lin" userId="ea28a84dbd96f852" providerId="LiveId" clId="{796F9E21-B299-4F96-802B-84299CE5C260}" dt="2026-01-27T16:02:53.097" v="2876" actId="14734"/>
          <ac:graphicFrameMkLst>
            <pc:docMk/>
            <pc:sldMk cId="174865190" sldId="258"/>
            <ac:graphicFrameMk id="103" creationId="{69E2326B-8E4C-349D-54E6-00B63B4D4922}"/>
          </ac:graphicFrameMkLst>
        </pc:graphicFrameChg>
        <pc:cxnChg chg="add mod">
          <ac:chgData name="Tzu-Yao Lin" userId="ea28a84dbd96f852" providerId="LiveId" clId="{796F9E21-B299-4F96-802B-84299CE5C260}" dt="2026-01-27T16:03:18.491" v="2879" actId="14100"/>
          <ac:cxnSpMkLst>
            <pc:docMk/>
            <pc:sldMk cId="174865190" sldId="258"/>
            <ac:cxnSpMk id="4" creationId="{0CD3D6DB-EE9C-079B-A153-6D1F80F52F54}"/>
          </ac:cxnSpMkLst>
        </pc:cxnChg>
        <pc:cxnChg chg="add mod">
          <ac:chgData name="Tzu-Yao Lin" userId="ea28a84dbd96f852" providerId="LiveId" clId="{796F9E21-B299-4F96-802B-84299CE5C260}" dt="2026-01-27T15:58:52.319" v="2851" actId="208"/>
          <ac:cxnSpMkLst>
            <pc:docMk/>
            <pc:sldMk cId="174865190" sldId="258"/>
            <ac:cxnSpMk id="6" creationId="{0A78AA6B-8717-1753-BCA4-F0375E29571E}"/>
          </ac:cxnSpMkLst>
        </pc:cxnChg>
        <pc:cxnChg chg="add mod">
          <ac:chgData name="Tzu-Yao Lin" userId="ea28a84dbd96f852" providerId="LiveId" clId="{796F9E21-B299-4F96-802B-84299CE5C260}" dt="2026-01-27T16:01:36.406" v="2865" actId="14100"/>
          <ac:cxnSpMkLst>
            <pc:docMk/>
            <pc:sldMk cId="174865190" sldId="258"/>
            <ac:cxnSpMk id="7" creationId="{7294CCFE-0F66-D14A-3021-FF36360D7D4A}"/>
          </ac:cxnSpMkLst>
        </pc:cxnChg>
        <pc:cxnChg chg="add mod">
          <ac:chgData name="Tzu-Yao Lin" userId="ea28a84dbd96f852" providerId="LiveId" clId="{796F9E21-B299-4F96-802B-84299CE5C260}" dt="2026-01-27T16:01:48.692" v="2867" actId="14100"/>
          <ac:cxnSpMkLst>
            <pc:docMk/>
            <pc:sldMk cId="174865190" sldId="258"/>
            <ac:cxnSpMk id="17" creationId="{5FC60A50-5E54-6868-4559-AFA1E4D8AAE3}"/>
          </ac:cxnSpMkLst>
        </pc:cxnChg>
        <pc:cxnChg chg="add mod">
          <ac:chgData name="Tzu-Yao Lin" userId="ea28a84dbd96f852" providerId="LiveId" clId="{796F9E21-B299-4F96-802B-84299CE5C260}" dt="2026-01-27T16:02:12.245" v="2869" actId="14100"/>
          <ac:cxnSpMkLst>
            <pc:docMk/>
            <pc:sldMk cId="174865190" sldId="258"/>
            <ac:cxnSpMk id="20" creationId="{683944B3-E5FF-24E2-C707-B7E864833CC4}"/>
          </ac:cxnSpMkLst>
        </pc:cxnChg>
        <pc:cxnChg chg="add mod">
          <ac:chgData name="Tzu-Yao Lin" userId="ea28a84dbd96f852" providerId="LiveId" clId="{796F9E21-B299-4F96-802B-84299CE5C260}" dt="2026-01-27T16:00:29.481" v="2862" actId="693"/>
          <ac:cxnSpMkLst>
            <pc:docMk/>
            <pc:sldMk cId="174865190" sldId="258"/>
            <ac:cxnSpMk id="24" creationId="{97B0AB28-08AD-6F4D-371C-A7E803EEB9A8}"/>
          </ac:cxnSpMkLst>
        </pc:cxnChg>
        <pc:cxnChg chg="add mod">
          <ac:chgData name="Tzu-Yao Lin" userId="ea28a84dbd96f852" providerId="LiveId" clId="{796F9E21-B299-4F96-802B-84299CE5C260}" dt="2026-01-27T16:00:29.481" v="2862" actId="693"/>
          <ac:cxnSpMkLst>
            <pc:docMk/>
            <pc:sldMk cId="174865190" sldId="258"/>
            <ac:cxnSpMk id="27" creationId="{B20B6140-EF04-786C-4D6D-EA97EFA3954A}"/>
          </ac:cxnSpMkLst>
        </pc:cxnChg>
        <pc:cxnChg chg="add mod">
          <ac:chgData name="Tzu-Yao Lin" userId="ea28a84dbd96f852" providerId="LiveId" clId="{796F9E21-B299-4F96-802B-84299CE5C260}" dt="2026-01-27T16:00:29.481" v="2862" actId="693"/>
          <ac:cxnSpMkLst>
            <pc:docMk/>
            <pc:sldMk cId="174865190" sldId="258"/>
            <ac:cxnSpMk id="31" creationId="{B002DF9C-ED1E-DD88-63E9-E35590591FE6}"/>
          </ac:cxnSpMkLst>
        </pc:cxnChg>
        <pc:cxnChg chg="add mod ord">
          <ac:chgData name="Tzu-Yao Lin" userId="ea28a84dbd96f852" providerId="LiveId" clId="{796F9E21-B299-4F96-802B-84299CE5C260}" dt="2026-01-27T16:01:53.552" v="2868" actId="14100"/>
          <ac:cxnSpMkLst>
            <pc:docMk/>
            <pc:sldMk cId="174865190" sldId="258"/>
            <ac:cxnSpMk id="35" creationId="{5554FBF0-F4F2-D01A-C25A-A1D178AEA93F}"/>
          </ac:cxnSpMkLst>
        </pc:cxnChg>
        <pc:cxnChg chg="add mod ord">
          <ac:chgData name="Tzu-Yao Lin" userId="ea28a84dbd96f852" providerId="LiveId" clId="{796F9E21-B299-4F96-802B-84299CE5C260}" dt="2026-01-27T16:01:44.423" v="2866" actId="14100"/>
          <ac:cxnSpMkLst>
            <pc:docMk/>
            <pc:sldMk cId="174865190" sldId="258"/>
            <ac:cxnSpMk id="45" creationId="{2F466B13-0B0A-24FB-FB64-2E3816CB09E8}"/>
          </ac:cxnSpMkLst>
        </pc:cxnChg>
        <pc:cxnChg chg="add mod ord">
          <ac:chgData name="Tzu-Yao Lin" userId="ea28a84dbd96f852" providerId="LiveId" clId="{796F9E21-B299-4F96-802B-84299CE5C260}" dt="2026-01-27T16:02:22.472" v="2870" actId="14100"/>
          <ac:cxnSpMkLst>
            <pc:docMk/>
            <pc:sldMk cId="174865190" sldId="258"/>
            <ac:cxnSpMk id="50" creationId="{4353130A-1729-FE16-56F7-16460679F051}"/>
          </ac:cxnSpMkLst>
        </pc:cxnChg>
        <pc:cxnChg chg="add mod ord">
          <ac:chgData name="Tzu-Yao Lin" userId="ea28a84dbd96f852" providerId="LiveId" clId="{796F9E21-B299-4F96-802B-84299CE5C260}" dt="2026-01-27T16:02:33.754" v="2872" actId="14100"/>
          <ac:cxnSpMkLst>
            <pc:docMk/>
            <pc:sldMk cId="174865190" sldId="258"/>
            <ac:cxnSpMk id="53" creationId="{A3ABAC24-E503-2D40-AD5F-9CE59679C039}"/>
          </ac:cxnSpMkLst>
        </pc:cxnChg>
        <pc:cxnChg chg="add mod ord">
          <ac:chgData name="Tzu-Yao Lin" userId="ea28a84dbd96f852" providerId="LiveId" clId="{796F9E21-B299-4F96-802B-84299CE5C260}" dt="2026-01-27T16:02:37.601" v="2873" actId="14100"/>
          <ac:cxnSpMkLst>
            <pc:docMk/>
            <pc:sldMk cId="174865190" sldId="258"/>
            <ac:cxnSpMk id="56" creationId="{C2D4328D-4C05-EEA1-15AF-2F556D56269A}"/>
          </ac:cxnSpMkLst>
        </pc:cxnChg>
        <pc:cxnChg chg="add mod ord">
          <ac:chgData name="Tzu-Yao Lin" userId="ea28a84dbd96f852" providerId="LiveId" clId="{796F9E21-B299-4F96-802B-84299CE5C260}" dt="2026-01-27T16:02:29.404" v="2871" actId="14100"/>
          <ac:cxnSpMkLst>
            <pc:docMk/>
            <pc:sldMk cId="174865190" sldId="258"/>
            <ac:cxnSpMk id="69" creationId="{B00F4D8D-3A11-4E9D-178A-6654E0279632}"/>
          </ac:cxnSpMkLst>
        </pc:cxnChg>
        <pc:cxnChg chg="add mod">
          <ac:chgData name="Tzu-Yao Lin" userId="ea28a84dbd96f852" providerId="LiveId" clId="{796F9E21-B299-4F96-802B-84299CE5C260}" dt="2026-01-29T09:47:46.940" v="3084" actId="14100"/>
          <ac:cxnSpMkLst>
            <pc:docMk/>
            <pc:sldMk cId="174865190" sldId="258"/>
            <ac:cxnSpMk id="96" creationId="{B30CD8EF-BAB6-9FC5-2289-7A7472929954}"/>
          </ac:cxnSpMkLst>
        </pc:cxnChg>
        <pc:cxnChg chg="add mod">
          <ac:chgData name="Tzu-Yao Lin" userId="ea28a84dbd96f852" providerId="LiveId" clId="{796F9E21-B299-4F96-802B-84299CE5C260}" dt="2026-01-29T09:46:04.508" v="3083" actId="14100"/>
          <ac:cxnSpMkLst>
            <pc:docMk/>
            <pc:sldMk cId="174865190" sldId="258"/>
            <ac:cxnSpMk id="97" creationId="{BF6C6277-DEA0-840A-903E-ADCCC7656CBA}"/>
          </ac:cxnSpMkLst>
        </pc:cxnChg>
        <pc:cxnChg chg="add mod">
          <ac:chgData name="Tzu-Yao Lin" userId="ea28a84dbd96f852" providerId="LiveId" clId="{796F9E21-B299-4F96-802B-84299CE5C260}" dt="2026-01-27T16:00:29.481" v="2862" actId="693"/>
          <ac:cxnSpMkLst>
            <pc:docMk/>
            <pc:sldMk cId="174865190" sldId="258"/>
            <ac:cxnSpMk id="100" creationId="{B4F7D41E-EA7C-6829-D2F9-9B2A5240948C}"/>
          </ac:cxnSpMkLst>
        </pc:cxnChg>
        <pc:cxnChg chg="add mod">
          <ac:chgData name="Tzu-Yao Lin" userId="ea28a84dbd96f852" providerId="LiveId" clId="{796F9E21-B299-4F96-802B-84299CE5C260}" dt="2026-01-27T15:59:08.146" v="2852" actId="208"/>
          <ac:cxnSpMkLst>
            <pc:docMk/>
            <pc:sldMk cId="174865190" sldId="258"/>
            <ac:cxnSpMk id="101" creationId="{91C410E0-FFDE-E398-3F37-63B72D4775AE}"/>
          </ac:cxnSpMkLst>
        </pc:cxnChg>
      </pc:sldChg>
      <pc:sldChg chg="addSp delSp modSp add mod">
        <pc:chgData name="Tzu-Yao Lin" userId="ea28a84dbd96f852" providerId="LiveId" clId="{796F9E21-B299-4F96-802B-84299CE5C260}" dt="2026-01-27T16:43:53.839" v="3081" actId="5736"/>
        <pc:sldMkLst>
          <pc:docMk/>
          <pc:sldMk cId="3700208794" sldId="259"/>
        </pc:sldMkLst>
        <pc:spChg chg="add mod">
          <ac:chgData name="Tzu-Yao Lin" userId="ea28a84dbd96f852" providerId="LiveId" clId="{796F9E21-B299-4F96-802B-84299CE5C260}" dt="2026-01-27T16:43:25.800" v="3077" actId="5736"/>
          <ac:spMkLst>
            <pc:docMk/>
            <pc:sldMk cId="3700208794" sldId="259"/>
            <ac:spMk id="12" creationId="{C7CF2DEA-607D-9F3A-CF11-559B779E4E30}"/>
          </ac:spMkLst>
        </pc:spChg>
        <pc:spChg chg="mod">
          <ac:chgData name="Tzu-Yao Lin" userId="ea28a84dbd96f852" providerId="LiveId" clId="{796F9E21-B299-4F96-802B-84299CE5C260}" dt="2026-01-27T16:43:53.839" v="3081" actId="5736"/>
          <ac:spMkLst>
            <pc:docMk/>
            <pc:sldMk cId="3700208794" sldId="259"/>
            <ac:spMk id="15" creationId="{4FC1EAE3-19CD-14D2-69CC-FBC76C399B82}"/>
          </ac:spMkLst>
        </pc:spChg>
        <pc:spChg chg="mod">
          <ac:chgData name="Tzu-Yao Lin" userId="ea28a84dbd96f852" providerId="LiveId" clId="{796F9E21-B299-4F96-802B-84299CE5C260}" dt="2026-01-27T16:16:16.401" v="2977" actId="208"/>
          <ac:spMkLst>
            <pc:docMk/>
            <pc:sldMk cId="3700208794" sldId="259"/>
            <ac:spMk id="21" creationId="{12635B63-7A80-3B23-05D7-869DEB8306FA}"/>
          </ac:spMkLst>
        </pc:spChg>
        <pc:spChg chg="add mod">
          <ac:chgData name="Tzu-Yao Lin" userId="ea28a84dbd96f852" providerId="LiveId" clId="{796F9E21-B299-4F96-802B-84299CE5C260}" dt="2026-01-27T16:43:53.839" v="3081" actId="5736"/>
          <ac:spMkLst>
            <pc:docMk/>
            <pc:sldMk cId="3700208794" sldId="259"/>
            <ac:spMk id="29" creationId="{33E65098-C6FD-13BB-FE23-EDF6F58AEC2F}"/>
          </ac:spMkLst>
        </pc:spChg>
        <pc:spChg chg="add mod">
          <ac:chgData name="Tzu-Yao Lin" userId="ea28a84dbd96f852" providerId="LiveId" clId="{796F9E21-B299-4F96-802B-84299CE5C260}" dt="2026-01-27T16:43:25.800" v="3077" actId="5736"/>
          <ac:spMkLst>
            <pc:docMk/>
            <pc:sldMk cId="3700208794" sldId="259"/>
            <ac:spMk id="40" creationId="{038FDAC5-2CC7-14B7-82E9-5FE659EB703F}"/>
          </ac:spMkLst>
        </pc:spChg>
        <pc:spChg chg="add mod">
          <ac:chgData name="Tzu-Yao Lin" userId="ea28a84dbd96f852" providerId="LiveId" clId="{796F9E21-B299-4F96-802B-84299CE5C260}" dt="2026-01-27T16:04:53.655" v="2888" actId="208"/>
          <ac:spMkLst>
            <pc:docMk/>
            <pc:sldMk cId="3700208794" sldId="259"/>
            <ac:spMk id="44" creationId="{EF772DAF-1297-BA31-AE3F-B5F347F4670C}"/>
          </ac:spMkLst>
        </pc:spChg>
        <pc:spChg chg="add mod">
          <ac:chgData name="Tzu-Yao Lin" userId="ea28a84dbd96f852" providerId="LiveId" clId="{796F9E21-B299-4F96-802B-84299CE5C260}" dt="2026-01-27T16:43:25.800" v="3077" actId="5736"/>
          <ac:spMkLst>
            <pc:docMk/>
            <pc:sldMk cId="3700208794" sldId="259"/>
            <ac:spMk id="58" creationId="{A43F9878-6028-5102-F4E1-A0DC9FCF3002}"/>
          </ac:spMkLst>
        </pc:spChg>
        <pc:spChg chg="add mod">
          <ac:chgData name="Tzu-Yao Lin" userId="ea28a84dbd96f852" providerId="LiveId" clId="{796F9E21-B299-4F96-802B-84299CE5C260}" dt="2026-01-23T12:52:25.904" v="1743" actId="1076"/>
          <ac:spMkLst>
            <pc:docMk/>
            <pc:sldMk cId="3700208794" sldId="259"/>
            <ac:spMk id="60" creationId="{FBEEE709-A5B3-422C-7E84-A5692F286AC9}"/>
          </ac:spMkLst>
        </pc:spChg>
        <pc:spChg chg="add mod">
          <ac:chgData name="Tzu-Yao Lin" userId="ea28a84dbd96f852" providerId="LiveId" clId="{796F9E21-B299-4F96-802B-84299CE5C260}" dt="2026-01-27T16:43:53.839" v="3081" actId="5736"/>
          <ac:spMkLst>
            <pc:docMk/>
            <pc:sldMk cId="3700208794" sldId="259"/>
            <ac:spMk id="62" creationId="{348B1C63-F860-79A8-A87C-732812E73830}"/>
          </ac:spMkLst>
        </pc:spChg>
        <pc:spChg chg="add mod">
          <ac:chgData name="Tzu-Yao Lin" userId="ea28a84dbd96f852" providerId="LiveId" clId="{796F9E21-B299-4F96-802B-84299CE5C260}" dt="2026-01-27T16:43:25.800" v="3077" actId="5736"/>
          <ac:spMkLst>
            <pc:docMk/>
            <pc:sldMk cId="3700208794" sldId="259"/>
            <ac:spMk id="63" creationId="{F571C422-E774-6D9A-435C-52AE7A058A0D}"/>
          </ac:spMkLst>
        </pc:spChg>
        <pc:spChg chg="add mod">
          <ac:chgData name="Tzu-Yao Lin" userId="ea28a84dbd96f852" providerId="LiveId" clId="{796F9E21-B299-4F96-802B-84299CE5C260}" dt="2026-01-27T16:17:05.753" v="2991"/>
          <ac:spMkLst>
            <pc:docMk/>
            <pc:sldMk cId="3700208794" sldId="259"/>
            <ac:spMk id="64" creationId="{58CA8698-D580-9CFD-41FB-E6DE257E7466}"/>
          </ac:spMkLst>
        </pc:spChg>
        <pc:spChg chg="add mod">
          <ac:chgData name="Tzu-Yao Lin" userId="ea28a84dbd96f852" providerId="LiveId" clId="{796F9E21-B299-4F96-802B-84299CE5C260}" dt="2026-01-27T16:26:03.029" v="3052" actId="1076"/>
          <ac:spMkLst>
            <pc:docMk/>
            <pc:sldMk cId="3700208794" sldId="259"/>
            <ac:spMk id="65" creationId="{64752B88-5AB2-5AF5-C1A3-052810CAB042}"/>
          </ac:spMkLst>
        </pc:spChg>
        <pc:spChg chg="add mod">
          <ac:chgData name="Tzu-Yao Lin" userId="ea28a84dbd96f852" providerId="LiveId" clId="{796F9E21-B299-4F96-802B-84299CE5C260}" dt="2026-01-27T16:26:03.029" v="3052" actId="1076"/>
          <ac:spMkLst>
            <pc:docMk/>
            <pc:sldMk cId="3700208794" sldId="259"/>
            <ac:spMk id="66" creationId="{75662F6D-EDFC-AEC8-E31C-8287C6EAC80C}"/>
          </ac:spMkLst>
        </pc:spChg>
        <pc:spChg chg="add mod">
          <ac:chgData name="Tzu-Yao Lin" userId="ea28a84dbd96f852" providerId="LiveId" clId="{796F9E21-B299-4F96-802B-84299CE5C260}" dt="2026-01-27T16:21:43.583" v="3010" actId="207"/>
          <ac:spMkLst>
            <pc:docMk/>
            <pc:sldMk cId="3700208794" sldId="259"/>
            <ac:spMk id="67" creationId="{003B4BC0-C0D6-4409-5CAE-39119357461A}"/>
          </ac:spMkLst>
        </pc:spChg>
        <pc:spChg chg="add mod">
          <ac:chgData name="Tzu-Yao Lin" userId="ea28a84dbd96f852" providerId="LiveId" clId="{796F9E21-B299-4F96-802B-84299CE5C260}" dt="2026-01-27T16:43:53.839" v="3081" actId="5736"/>
          <ac:spMkLst>
            <pc:docMk/>
            <pc:sldMk cId="3700208794" sldId="259"/>
            <ac:spMk id="69" creationId="{061BFB12-38F5-6D1D-3A08-4675A7BB1379}"/>
          </ac:spMkLst>
        </pc:spChg>
        <pc:spChg chg="add mod">
          <ac:chgData name="Tzu-Yao Lin" userId="ea28a84dbd96f852" providerId="LiveId" clId="{796F9E21-B299-4F96-802B-84299CE5C260}" dt="2026-01-27T16:43:25.800" v="3077" actId="5736"/>
          <ac:spMkLst>
            <pc:docMk/>
            <pc:sldMk cId="3700208794" sldId="259"/>
            <ac:spMk id="75" creationId="{9266B5A2-6667-651D-91CE-FA6785E59E6B}"/>
          </ac:spMkLst>
        </pc:spChg>
        <pc:spChg chg="add mod">
          <ac:chgData name="Tzu-Yao Lin" userId="ea28a84dbd96f852" providerId="LiveId" clId="{796F9E21-B299-4F96-802B-84299CE5C260}" dt="2026-01-27T16:43:53.839" v="3081" actId="5736"/>
          <ac:spMkLst>
            <pc:docMk/>
            <pc:sldMk cId="3700208794" sldId="259"/>
            <ac:spMk id="78" creationId="{AAAAB919-78B9-5ECD-1CED-318B6E6E1820}"/>
          </ac:spMkLst>
        </pc:spChg>
        <pc:spChg chg="add mod">
          <ac:chgData name="Tzu-Yao Lin" userId="ea28a84dbd96f852" providerId="LiveId" clId="{796F9E21-B299-4F96-802B-84299CE5C260}" dt="2026-01-27T16:43:53.839" v="3081" actId="5736"/>
          <ac:spMkLst>
            <pc:docMk/>
            <pc:sldMk cId="3700208794" sldId="259"/>
            <ac:spMk id="79" creationId="{34C7F5AC-FB0B-19E4-5408-0F5A7656D6F3}"/>
          </ac:spMkLst>
        </pc:spChg>
        <pc:spChg chg="add mod">
          <ac:chgData name="Tzu-Yao Lin" userId="ea28a84dbd96f852" providerId="LiveId" clId="{796F9E21-B299-4F96-802B-84299CE5C260}" dt="2026-01-27T16:43:53.839" v="3081" actId="5736"/>
          <ac:spMkLst>
            <pc:docMk/>
            <pc:sldMk cId="3700208794" sldId="259"/>
            <ac:spMk id="81" creationId="{C1AF87E7-05B9-7907-5E40-ABF64C83232B}"/>
          </ac:spMkLst>
        </pc:spChg>
        <pc:spChg chg="add mod">
          <ac:chgData name="Tzu-Yao Lin" userId="ea28a84dbd96f852" providerId="LiveId" clId="{796F9E21-B299-4F96-802B-84299CE5C260}" dt="2026-01-27T16:21:43.583" v="3010" actId="207"/>
          <ac:spMkLst>
            <pc:docMk/>
            <pc:sldMk cId="3700208794" sldId="259"/>
            <ac:spMk id="92" creationId="{61F832C3-AB27-2290-E49D-13A05C1B30EA}"/>
          </ac:spMkLst>
        </pc:spChg>
        <pc:spChg chg="add mod">
          <ac:chgData name="Tzu-Yao Lin" userId="ea28a84dbd96f852" providerId="LiveId" clId="{796F9E21-B299-4F96-802B-84299CE5C260}" dt="2026-01-27T15:45:25.622" v="2737" actId="207"/>
          <ac:spMkLst>
            <pc:docMk/>
            <pc:sldMk cId="3700208794" sldId="259"/>
            <ac:spMk id="93" creationId="{EC36644F-1A7A-CC31-F301-499D8532F561}"/>
          </ac:spMkLst>
        </pc:spChg>
        <pc:spChg chg="add mod">
          <ac:chgData name="Tzu-Yao Lin" userId="ea28a84dbd96f852" providerId="LiveId" clId="{796F9E21-B299-4F96-802B-84299CE5C260}" dt="2026-01-27T16:43:53.839" v="3081" actId="5736"/>
          <ac:spMkLst>
            <pc:docMk/>
            <pc:sldMk cId="3700208794" sldId="259"/>
            <ac:spMk id="94" creationId="{B96670FC-FF9B-241D-E810-BE5AFE92AD77}"/>
          </ac:spMkLst>
        </pc:spChg>
        <pc:spChg chg="add mod">
          <ac:chgData name="Tzu-Yao Lin" userId="ea28a84dbd96f852" providerId="LiveId" clId="{796F9E21-B299-4F96-802B-84299CE5C260}" dt="2026-01-27T16:43:25.800" v="3077" actId="5736"/>
          <ac:spMkLst>
            <pc:docMk/>
            <pc:sldMk cId="3700208794" sldId="259"/>
            <ac:spMk id="101" creationId="{1F306D0E-7E60-42E6-0495-3074455DDA55}"/>
          </ac:spMkLst>
        </pc:spChg>
        <pc:spChg chg="add mod">
          <ac:chgData name="Tzu-Yao Lin" userId="ea28a84dbd96f852" providerId="LiveId" clId="{796F9E21-B299-4F96-802B-84299CE5C260}" dt="2026-01-27T16:43:25.800" v="3077" actId="5736"/>
          <ac:spMkLst>
            <pc:docMk/>
            <pc:sldMk cId="3700208794" sldId="259"/>
            <ac:spMk id="102" creationId="{39B5F516-6350-6C2D-4BE4-DF037B96818F}"/>
          </ac:spMkLst>
        </pc:spChg>
        <pc:spChg chg="add mod">
          <ac:chgData name="Tzu-Yao Lin" userId="ea28a84dbd96f852" providerId="LiveId" clId="{796F9E21-B299-4F96-802B-84299CE5C260}" dt="2026-01-27T16:26:03.029" v="3052" actId="1076"/>
          <ac:spMkLst>
            <pc:docMk/>
            <pc:sldMk cId="3700208794" sldId="259"/>
            <ac:spMk id="103" creationId="{BF1F45ED-8444-9FB9-4D82-1ADB71DF0CB2}"/>
          </ac:spMkLst>
        </pc:spChg>
        <pc:spChg chg="add mod">
          <ac:chgData name="Tzu-Yao Lin" userId="ea28a84dbd96f852" providerId="LiveId" clId="{796F9E21-B299-4F96-802B-84299CE5C260}" dt="2026-01-27T16:26:03.029" v="3052" actId="1076"/>
          <ac:spMkLst>
            <pc:docMk/>
            <pc:sldMk cId="3700208794" sldId="259"/>
            <ac:spMk id="104" creationId="{76F2302E-8B01-CD62-062F-1B0DEC7DB519}"/>
          </ac:spMkLst>
        </pc:spChg>
        <pc:spChg chg="add mod">
          <ac:chgData name="Tzu-Yao Lin" userId="ea28a84dbd96f852" providerId="LiveId" clId="{796F9E21-B299-4F96-802B-84299CE5C260}" dt="2026-01-27T16:43:25.800" v="3077" actId="5736"/>
          <ac:spMkLst>
            <pc:docMk/>
            <pc:sldMk cId="3700208794" sldId="259"/>
            <ac:spMk id="105" creationId="{4D115EEF-4318-929D-7062-CC2D174611AC}"/>
          </ac:spMkLst>
        </pc:spChg>
        <pc:spChg chg="add mod">
          <ac:chgData name="Tzu-Yao Lin" userId="ea28a84dbd96f852" providerId="LiveId" clId="{796F9E21-B299-4F96-802B-84299CE5C260}" dt="2026-01-27T16:26:03.029" v="3052" actId="1076"/>
          <ac:spMkLst>
            <pc:docMk/>
            <pc:sldMk cId="3700208794" sldId="259"/>
            <ac:spMk id="106" creationId="{0A67569F-DF02-1725-F3D9-AA4992681036}"/>
          </ac:spMkLst>
        </pc:spChg>
        <pc:spChg chg="add mod">
          <ac:chgData name="Tzu-Yao Lin" userId="ea28a84dbd96f852" providerId="LiveId" clId="{796F9E21-B299-4F96-802B-84299CE5C260}" dt="2026-01-27T16:26:03.029" v="3052" actId="1076"/>
          <ac:spMkLst>
            <pc:docMk/>
            <pc:sldMk cId="3700208794" sldId="259"/>
            <ac:spMk id="107" creationId="{C7EF6878-F491-C430-65F8-F5563CB40495}"/>
          </ac:spMkLst>
        </pc:spChg>
        <pc:spChg chg="add mod">
          <ac:chgData name="Tzu-Yao Lin" userId="ea28a84dbd96f852" providerId="LiveId" clId="{796F9E21-B299-4F96-802B-84299CE5C260}" dt="2026-01-27T16:26:03.029" v="3052" actId="1076"/>
          <ac:spMkLst>
            <pc:docMk/>
            <pc:sldMk cId="3700208794" sldId="259"/>
            <ac:spMk id="108" creationId="{52AE8ED4-99BB-5AB4-BEAD-BB03F698CB87}"/>
          </ac:spMkLst>
        </pc:spChg>
        <pc:spChg chg="add mod">
          <ac:chgData name="Tzu-Yao Lin" userId="ea28a84dbd96f852" providerId="LiveId" clId="{796F9E21-B299-4F96-802B-84299CE5C260}" dt="2026-01-27T16:43:25.800" v="3077" actId="5736"/>
          <ac:spMkLst>
            <pc:docMk/>
            <pc:sldMk cId="3700208794" sldId="259"/>
            <ac:spMk id="111" creationId="{AFD1576E-F25D-835B-9378-81A63F011003}"/>
          </ac:spMkLst>
        </pc:spChg>
        <pc:spChg chg="add mod">
          <ac:chgData name="Tzu-Yao Lin" userId="ea28a84dbd96f852" providerId="LiveId" clId="{796F9E21-B299-4F96-802B-84299CE5C260}" dt="2026-01-27T16:43:25.800" v="3077" actId="5736"/>
          <ac:spMkLst>
            <pc:docMk/>
            <pc:sldMk cId="3700208794" sldId="259"/>
            <ac:spMk id="112" creationId="{8B590888-D0F3-0169-44DB-76B35AB1E4E3}"/>
          </ac:spMkLst>
        </pc:spChg>
        <pc:spChg chg="add mod">
          <ac:chgData name="Tzu-Yao Lin" userId="ea28a84dbd96f852" providerId="LiveId" clId="{796F9E21-B299-4F96-802B-84299CE5C260}" dt="2026-01-27T16:43:53.839" v="3081" actId="5736"/>
          <ac:spMkLst>
            <pc:docMk/>
            <pc:sldMk cId="3700208794" sldId="259"/>
            <ac:spMk id="148" creationId="{DCBD9534-1C36-6902-D280-D326284A4E99}"/>
          </ac:spMkLst>
        </pc:spChg>
        <pc:spChg chg="add mod">
          <ac:chgData name="Tzu-Yao Lin" userId="ea28a84dbd96f852" providerId="LiveId" clId="{796F9E21-B299-4F96-802B-84299CE5C260}" dt="2026-01-27T16:43:53.839" v="3081" actId="5736"/>
          <ac:spMkLst>
            <pc:docMk/>
            <pc:sldMk cId="3700208794" sldId="259"/>
            <ac:spMk id="150" creationId="{0D40D87E-52F7-5CFB-9D3C-9637F43702C5}"/>
          </ac:spMkLst>
        </pc:spChg>
        <pc:graphicFrameChg chg="mod modGraphic">
          <ac:chgData name="Tzu-Yao Lin" userId="ea28a84dbd96f852" providerId="LiveId" clId="{796F9E21-B299-4F96-802B-84299CE5C260}" dt="2026-01-23T16:01:12.743" v="2530" actId="14734"/>
          <ac:graphicFrameMkLst>
            <pc:docMk/>
            <pc:sldMk cId="3700208794" sldId="259"/>
            <ac:graphicFrameMk id="19" creationId="{EA19294A-9725-67FC-CD88-48F7ABB1387E}"/>
          </ac:graphicFrameMkLst>
        </pc:graphicFrameChg>
        <pc:graphicFrameChg chg="mod modGraphic">
          <ac:chgData name="Tzu-Yao Lin" userId="ea28a84dbd96f852" providerId="LiveId" clId="{796F9E21-B299-4F96-802B-84299CE5C260}" dt="2026-01-23T16:44:19.335" v="2676" actId="14100"/>
          <ac:graphicFrameMkLst>
            <pc:docMk/>
            <pc:sldMk cId="3700208794" sldId="259"/>
            <ac:graphicFrameMk id="37" creationId="{439212AE-4F47-E2B4-75D2-E1F7E2458C5E}"/>
          </ac:graphicFrameMkLst>
        </pc:graphicFrameChg>
        <pc:graphicFrameChg chg="add mod">
          <ac:chgData name="Tzu-Yao Lin" userId="ea28a84dbd96f852" providerId="LiveId" clId="{796F9E21-B299-4F96-802B-84299CE5C260}" dt="2026-01-27T16:04:11.468" v="2883"/>
          <ac:graphicFrameMkLst>
            <pc:docMk/>
            <pc:sldMk cId="3700208794" sldId="259"/>
            <ac:graphicFrameMk id="59" creationId="{BFBC1546-CD56-8A08-6291-3906108E9658}"/>
          </ac:graphicFrameMkLst>
        </pc:graphicFrameChg>
        <pc:graphicFrameChg chg="add mod modGraphic">
          <ac:chgData name="Tzu-Yao Lin" userId="ea28a84dbd96f852" providerId="LiveId" clId="{796F9E21-B299-4F96-802B-84299CE5C260}" dt="2026-01-27T16:43:39.113" v="3080"/>
          <ac:graphicFrameMkLst>
            <pc:docMk/>
            <pc:sldMk cId="3700208794" sldId="259"/>
            <ac:graphicFrameMk id="61" creationId="{39CBC2C1-E867-FF52-19F1-5FA4436C9C61}"/>
          </ac:graphicFrameMkLst>
        </pc:graphicFrameChg>
        <pc:graphicFrameChg chg="add mod modGraphic">
          <ac:chgData name="Tzu-Yao Lin" userId="ea28a84dbd96f852" providerId="LiveId" clId="{796F9E21-B299-4F96-802B-84299CE5C260}" dt="2026-01-23T15:31:36.617" v="2307"/>
          <ac:graphicFrameMkLst>
            <pc:docMk/>
            <pc:sldMk cId="3700208794" sldId="259"/>
            <ac:graphicFrameMk id="68" creationId="{C8D5304C-A409-648F-94E7-394321F0916F}"/>
          </ac:graphicFrameMkLst>
        </pc:graphicFrameChg>
        <pc:graphicFrameChg chg="add mod modGraphic">
          <ac:chgData name="Tzu-Yao Lin" userId="ea28a84dbd96f852" providerId="LiveId" clId="{796F9E21-B299-4F96-802B-84299CE5C260}" dt="2026-01-23T15:31:47.284" v="2310"/>
          <ac:graphicFrameMkLst>
            <pc:docMk/>
            <pc:sldMk cId="3700208794" sldId="259"/>
            <ac:graphicFrameMk id="80" creationId="{52BFCDF8-4581-3DD5-C7A7-C7621B93D261}"/>
          </ac:graphicFrameMkLst>
        </pc:graphicFrameChg>
        <pc:cxnChg chg="add mod">
          <ac:chgData name="Tzu-Yao Lin" userId="ea28a84dbd96f852" providerId="LiveId" clId="{796F9E21-B299-4F96-802B-84299CE5C260}" dt="2026-01-27T16:05:38.728" v="2895" actId="208"/>
          <ac:cxnSpMkLst>
            <pc:docMk/>
            <pc:sldMk cId="3700208794" sldId="259"/>
            <ac:cxnSpMk id="7" creationId="{D780E7B2-3BCC-BA9F-804E-12E700DDD816}"/>
          </ac:cxnSpMkLst>
        </pc:cxnChg>
        <pc:cxnChg chg="add mod">
          <ac:chgData name="Tzu-Yao Lin" userId="ea28a84dbd96f852" providerId="LiveId" clId="{796F9E21-B299-4F96-802B-84299CE5C260}" dt="2026-01-27T16:05:38.728" v="2895" actId="208"/>
          <ac:cxnSpMkLst>
            <pc:docMk/>
            <pc:sldMk cId="3700208794" sldId="259"/>
            <ac:cxnSpMk id="8" creationId="{3C8BE9EC-154A-E285-64FE-E7C21E639C10}"/>
          </ac:cxnSpMkLst>
        </pc:cxnChg>
        <pc:cxnChg chg="add mod">
          <ac:chgData name="Tzu-Yao Lin" userId="ea28a84dbd96f852" providerId="LiveId" clId="{796F9E21-B299-4F96-802B-84299CE5C260}" dt="2026-01-27T16:03:42.914" v="2880" actId="208"/>
          <ac:cxnSpMkLst>
            <pc:docMk/>
            <pc:sldMk cId="3700208794" sldId="259"/>
            <ac:cxnSpMk id="14" creationId="{2AC36D94-7119-10C3-6159-32B236ED22A0}"/>
          </ac:cxnSpMkLst>
        </pc:cxnChg>
        <pc:cxnChg chg="add mod">
          <ac:chgData name="Tzu-Yao Lin" userId="ea28a84dbd96f852" providerId="LiveId" clId="{796F9E21-B299-4F96-802B-84299CE5C260}" dt="2026-01-27T16:07:58.855" v="2930" actId="14100"/>
          <ac:cxnSpMkLst>
            <pc:docMk/>
            <pc:sldMk cId="3700208794" sldId="259"/>
            <ac:cxnSpMk id="16" creationId="{2431BDF1-C218-464F-F757-A26028DE1728}"/>
          </ac:cxnSpMkLst>
        </pc:cxnChg>
        <pc:cxnChg chg="add mod">
          <ac:chgData name="Tzu-Yao Lin" userId="ea28a84dbd96f852" providerId="LiveId" clId="{796F9E21-B299-4F96-802B-84299CE5C260}" dt="2026-01-27T16:07:44.071" v="2926" actId="14100"/>
          <ac:cxnSpMkLst>
            <pc:docMk/>
            <pc:sldMk cId="3700208794" sldId="259"/>
            <ac:cxnSpMk id="22" creationId="{B3B517F1-DD40-7B63-54E1-9BDB329FD882}"/>
          </ac:cxnSpMkLst>
        </pc:cxnChg>
        <pc:cxnChg chg="add mod">
          <ac:chgData name="Tzu-Yao Lin" userId="ea28a84dbd96f852" providerId="LiveId" clId="{796F9E21-B299-4F96-802B-84299CE5C260}" dt="2026-01-27T16:06:47.490" v="2912" actId="14100"/>
          <ac:cxnSpMkLst>
            <pc:docMk/>
            <pc:sldMk cId="3700208794" sldId="259"/>
            <ac:cxnSpMk id="26" creationId="{33D341C4-E4E6-5779-F2AD-E86BAD96B2DB}"/>
          </ac:cxnSpMkLst>
        </pc:cxnChg>
        <pc:cxnChg chg="add mod">
          <ac:chgData name="Tzu-Yao Lin" userId="ea28a84dbd96f852" providerId="LiveId" clId="{796F9E21-B299-4F96-802B-84299CE5C260}" dt="2026-01-27T16:03:42.914" v="2880" actId="208"/>
          <ac:cxnSpMkLst>
            <pc:docMk/>
            <pc:sldMk cId="3700208794" sldId="259"/>
            <ac:cxnSpMk id="30" creationId="{073AACC0-F727-C5D3-B6D0-050DF82BFC07}"/>
          </ac:cxnSpMkLst>
        </pc:cxnChg>
        <pc:cxnChg chg="add mod">
          <ac:chgData name="Tzu-Yao Lin" userId="ea28a84dbd96f852" providerId="LiveId" clId="{796F9E21-B299-4F96-802B-84299CE5C260}" dt="2026-01-27T16:06:53.879" v="2915" actId="14100"/>
          <ac:cxnSpMkLst>
            <pc:docMk/>
            <pc:sldMk cId="3700208794" sldId="259"/>
            <ac:cxnSpMk id="31" creationId="{0E4AB74D-5BC5-9D3F-7BCC-A14B0B9B7E75}"/>
          </ac:cxnSpMkLst>
        </pc:cxnChg>
        <pc:cxnChg chg="add mod">
          <ac:chgData name="Tzu-Yao Lin" userId="ea28a84dbd96f852" providerId="LiveId" clId="{796F9E21-B299-4F96-802B-84299CE5C260}" dt="2026-01-27T16:07:15.301" v="2919" actId="14100"/>
          <ac:cxnSpMkLst>
            <pc:docMk/>
            <pc:sldMk cId="3700208794" sldId="259"/>
            <ac:cxnSpMk id="34" creationId="{1C0410DA-3BBC-583F-53D7-55DA81020862}"/>
          </ac:cxnSpMkLst>
        </pc:cxnChg>
        <pc:cxnChg chg="add mod">
          <ac:chgData name="Tzu-Yao Lin" userId="ea28a84dbd96f852" providerId="LiveId" clId="{796F9E21-B299-4F96-802B-84299CE5C260}" dt="2026-01-27T16:04:25.826" v="2885" actId="208"/>
          <ac:cxnSpMkLst>
            <pc:docMk/>
            <pc:sldMk cId="3700208794" sldId="259"/>
            <ac:cxnSpMk id="42" creationId="{4368367C-F111-3BDF-1E81-9695B65EC241}"/>
          </ac:cxnSpMkLst>
        </pc:cxnChg>
        <pc:cxnChg chg="add mod">
          <ac:chgData name="Tzu-Yao Lin" userId="ea28a84dbd96f852" providerId="LiveId" clId="{796F9E21-B299-4F96-802B-84299CE5C260}" dt="2026-01-27T16:05:05.887" v="2889" actId="693"/>
          <ac:cxnSpMkLst>
            <pc:docMk/>
            <pc:sldMk cId="3700208794" sldId="259"/>
            <ac:cxnSpMk id="43" creationId="{B555E6FE-EDD0-1949-FD3C-96DEACB55C8A}"/>
          </ac:cxnSpMkLst>
        </pc:cxnChg>
        <pc:cxnChg chg="add mod">
          <ac:chgData name="Tzu-Yao Lin" userId="ea28a84dbd96f852" providerId="LiveId" clId="{796F9E21-B299-4F96-802B-84299CE5C260}" dt="2026-01-27T16:08:01.494" v="2931" actId="14100"/>
          <ac:cxnSpMkLst>
            <pc:docMk/>
            <pc:sldMk cId="3700208794" sldId="259"/>
            <ac:cxnSpMk id="49" creationId="{AC4C996F-E32A-152C-A117-2D2B123ECD47}"/>
          </ac:cxnSpMkLst>
        </pc:cxnChg>
        <pc:cxnChg chg="add mod">
          <ac:chgData name="Tzu-Yao Lin" userId="ea28a84dbd96f852" providerId="LiveId" clId="{796F9E21-B299-4F96-802B-84299CE5C260}" dt="2026-01-27T16:06:08.013" v="2900" actId="14100"/>
          <ac:cxnSpMkLst>
            <pc:docMk/>
            <pc:sldMk cId="3700208794" sldId="259"/>
            <ac:cxnSpMk id="90" creationId="{6B0A2771-0E6F-9333-A966-920F8FB37C8F}"/>
          </ac:cxnSpMkLst>
        </pc:cxnChg>
        <pc:cxnChg chg="add mod">
          <ac:chgData name="Tzu-Yao Lin" userId="ea28a84dbd96f852" providerId="LiveId" clId="{796F9E21-B299-4F96-802B-84299CE5C260}" dt="2026-01-27T16:07:31.373" v="2922" actId="14100"/>
          <ac:cxnSpMkLst>
            <pc:docMk/>
            <pc:sldMk cId="3700208794" sldId="259"/>
            <ac:cxnSpMk id="91" creationId="{BC12FB6B-C63F-5370-56D3-EEFC05054BD5}"/>
          </ac:cxnSpMkLst>
        </pc:cxnChg>
        <pc:cxnChg chg="add mod">
          <ac:chgData name="Tzu-Yao Lin" userId="ea28a84dbd96f852" providerId="LiveId" clId="{796F9E21-B299-4F96-802B-84299CE5C260}" dt="2026-01-27T16:05:05.887" v="2889" actId="693"/>
          <ac:cxnSpMkLst>
            <pc:docMk/>
            <pc:sldMk cId="3700208794" sldId="259"/>
            <ac:cxnSpMk id="109" creationId="{9807711D-040E-81B6-CA6E-450E4B9D7FCA}"/>
          </ac:cxnSpMkLst>
        </pc:cxnChg>
        <pc:cxnChg chg="add mod">
          <ac:chgData name="Tzu-Yao Lin" userId="ea28a84dbd96f852" providerId="LiveId" clId="{796F9E21-B299-4F96-802B-84299CE5C260}" dt="2026-01-27T16:04:00.440" v="2881" actId="208"/>
          <ac:cxnSpMkLst>
            <pc:docMk/>
            <pc:sldMk cId="3700208794" sldId="259"/>
            <ac:cxnSpMk id="110" creationId="{10E99303-52A0-53BD-09EC-F1EB6DC3C673}"/>
          </ac:cxnSpMkLst>
        </pc:cxnChg>
        <pc:cxnChg chg="add mod">
          <ac:chgData name="Tzu-Yao Lin" userId="ea28a84dbd96f852" providerId="LiveId" clId="{796F9E21-B299-4F96-802B-84299CE5C260}" dt="2026-01-27T16:04:00.440" v="2881" actId="208"/>
          <ac:cxnSpMkLst>
            <pc:docMk/>
            <pc:sldMk cId="3700208794" sldId="259"/>
            <ac:cxnSpMk id="118" creationId="{748632B7-EB28-CF32-2B60-70B4D75A8349}"/>
          </ac:cxnSpMkLst>
        </pc:cxnChg>
        <pc:cxnChg chg="add mod">
          <ac:chgData name="Tzu-Yao Lin" userId="ea28a84dbd96f852" providerId="LiveId" clId="{796F9E21-B299-4F96-802B-84299CE5C260}" dt="2026-01-27T16:05:05.887" v="2889" actId="693"/>
          <ac:cxnSpMkLst>
            <pc:docMk/>
            <pc:sldMk cId="3700208794" sldId="259"/>
            <ac:cxnSpMk id="119" creationId="{EF74BA44-7D39-15A0-4326-48BF1FE6B314}"/>
          </ac:cxnSpMkLst>
        </pc:cxnChg>
        <pc:cxnChg chg="add mod">
          <ac:chgData name="Tzu-Yao Lin" userId="ea28a84dbd96f852" providerId="LiveId" clId="{796F9E21-B299-4F96-802B-84299CE5C260}" dt="2026-01-27T16:04:48.962" v="2887" actId="208"/>
          <ac:cxnSpMkLst>
            <pc:docMk/>
            <pc:sldMk cId="3700208794" sldId="259"/>
            <ac:cxnSpMk id="128" creationId="{3CD71DEC-98D0-4876-B18A-6F72F3259436}"/>
          </ac:cxnSpMkLst>
        </pc:cxnChg>
        <pc:cxnChg chg="add mod">
          <ac:chgData name="Tzu-Yao Lin" userId="ea28a84dbd96f852" providerId="LiveId" clId="{796F9E21-B299-4F96-802B-84299CE5C260}" dt="2026-01-27T16:08:30.658" v="2932" actId="693"/>
          <ac:cxnSpMkLst>
            <pc:docMk/>
            <pc:sldMk cId="3700208794" sldId="259"/>
            <ac:cxnSpMk id="129" creationId="{219C3E8B-BDF7-5DE3-D8E7-33DEBD83BEC1}"/>
          </ac:cxnSpMkLst>
        </pc:cxnChg>
        <pc:cxnChg chg="add mod">
          <ac:chgData name="Tzu-Yao Lin" userId="ea28a84dbd96f852" providerId="LiveId" clId="{796F9E21-B299-4F96-802B-84299CE5C260}" dt="2026-01-27T16:06:40.056" v="2908" actId="14100"/>
          <ac:cxnSpMkLst>
            <pc:docMk/>
            <pc:sldMk cId="3700208794" sldId="259"/>
            <ac:cxnSpMk id="155" creationId="{EFDC2372-1E43-295D-EECE-96DCBCE0816D}"/>
          </ac:cxnSpMkLst>
        </pc:cxnChg>
        <pc:cxnChg chg="add mod">
          <ac:chgData name="Tzu-Yao Lin" userId="ea28a84dbd96f852" providerId="LiveId" clId="{796F9E21-B299-4F96-802B-84299CE5C260}" dt="2026-01-27T16:06:59.074" v="2916" actId="693"/>
          <ac:cxnSpMkLst>
            <pc:docMk/>
            <pc:sldMk cId="3700208794" sldId="259"/>
            <ac:cxnSpMk id="156" creationId="{199E0A19-E331-0E68-2130-1BF561620397}"/>
          </ac:cxnSpMkLst>
        </pc:cxnChg>
      </pc:sldChg>
      <pc:sldChg chg="addSp delSp modSp new mod ord modClrScheme chgLayout">
        <pc:chgData name="Tzu-Yao Lin" userId="ea28a84dbd96f852" providerId="LiveId" clId="{796F9E21-B299-4F96-802B-84299CE5C260}" dt="2026-01-27T16:26:22.358" v="3054"/>
        <pc:sldMkLst>
          <pc:docMk/>
          <pc:sldMk cId="1486601466" sldId="260"/>
        </pc:sldMkLst>
        <pc:picChg chg="add mod">
          <ac:chgData name="Tzu-Yao Lin" userId="ea28a84dbd96f852" providerId="LiveId" clId="{796F9E21-B299-4F96-802B-84299CE5C260}" dt="2026-01-27T15:32:23.827" v="2723" actId="1076"/>
          <ac:picMkLst>
            <pc:docMk/>
            <pc:sldMk cId="1486601466" sldId="260"/>
            <ac:picMk id="5" creationId="{1DEED331-9C60-68D8-A972-D0ADB23AB30E}"/>
          </ac:picMkLst>
        </pc:picChg>
        <pc:picChg chg="add mod">
          <ac:chgData name="Tzu-Yao Lin" userId="ea28a84dbd96f852" providerId="LiveId" clId="{796F9E21-B299-4F96-802B-84299CE5C260}" dt="2026-01-27T15:39:06.762" v="2726" actId="1076"/>
          <ac:picMkLst>
            <pc:docMk/>
            <pc:sldMk cId="1486601466" sldId="260"/>
            <ac:picMk id="7" creationId="{20549BE8-91F7-3525-870F-5148F5C5F3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42A1-C98C-4262-8E10-1E47837AF81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4BFC-E364-44B7-B0EB-1B7C7CA7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0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42A1-C98C-4262-8E10-1E47837AF81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4BFC-E364-44B7-B0EB-1B7C7CA7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37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42A1-C98C-4262-8E10-1E47837AF81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4BFC-E364-44B7-B0EB-1B7C7CA7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14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42A1-C98C-4262-8E10-1E47837AF81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4BFC-E364-44B7-B0EB-1B7C7CA7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42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42A1-C98C-4262-8E10-1E47837AF81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4BFC-E364-44B7-B0EB-1B7C7CA7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52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42A1-C98C-4262-8E10-1E47837AF81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4BFC-E364-44B7-B0EB-1B7C7CA7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0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42A1-C98C-4262-8E10-1E47837AF81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4BFC-E364-44B7-B0EB-1B7C7CA7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552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42A1-C98C-4262-8E10-1E47837AF81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4BFC-E364-44B7-B0EB-1B7C7CA7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61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42A1-C98C-4262-8E10-1E47837AF81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4BFC-E364-44B7-B0EB-1B7C7CA7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63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42A1-C98C-4262-8E10-1E47837AF81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4BFC-E364-44B7-B0EB-1B7C7CA7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3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42A1-C98C-4262-8E10-1E47837AF81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4BFC-E364-44B7-B0EB-1B7C7CA7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38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D42A1-C98C-4262-8E10-1E47837AF81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B4BFC-E364-44B7-B0EB-1B7C7CA7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34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1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9.png"/><Relationship Id="rId5" Type="http://schemas.openxmlformats.org/officeDocument/2006/relationships/image" Target="../media/image15.png"/><Relationship Id="rId15" Type="http://schemas.openxmlformats.org/officeDocument/2006/relationships/image" Target="../media/image10.png"/><Relationship Id="rId10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6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31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5" Type="http://schemas.openxmlformats.org/officeDocument/2006/relationships/image" Target="../media/image10.png"/><Relationship Id="rId10" Type="http://schemas.openxmlformats.org/officeDocument/2006/relationships/image" Target="../media/image19.png"/><Relationship Id="rId4" Type="http://schemas.openxmlformats.org/officeDocument/2006/relationships/image" Target="../media/image25.png"/><Relationship Id="rId9" Type="http://schemas.openxmlformats.org/officeDocument/2006/relationships/image" Target="../media/image8.png"/><Relationship Id="rId1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41.png"/><Relationship Id="rId18" Type="http://schemas.openxmlformats.org/officeDocument/2006/relationships/image" Target="../media/image10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image" Target="../media/image33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15" Type="http://schemas.openxmlformats.org/officeDocument/2006/relationships/image" Target="../media/image43.png"/><Relationship Id="rId10" Type="http://schemas.openxmlformats.org/officeDocument/2006/relationships/image" Target="../media/image19.png"/><Relationship Id="rId4" Type="http://schemas.openxmlformats.org/officeDocument/2006/relationships/image" Target="../media/image35.png"/><Relationship Id="rId9" Type="http://schemas.openxmlformats.org/officeDocument/2006/relationships/image" Target="../media/image8.png"/><Relationship Id="rId14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9A28A606-B0EB-CA43-E2CE-2FFFDCDA47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6942565"/>
                  </p:ext>
                </p:extLst>
              </p:nvPr>
            </p:nvGraphicFramePr>
            <p:xfrm>
              <a:off x="225459" y="5334000"/>
              <a:ext cx="2743200" cy="11262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2900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1606229939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1134903945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2538178443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2422567137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3873699320"/>
                        </a:ext>
                      </a:extLst>
                    </a:gridCol>
                  </a:tblGrid>
                  <a:tr h="101600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77553588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8441848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079912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9A28A606-B0EB-CA43-E2CE-2FFFDCDA47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6942565"/>
                  </p:ext>
                </p:extLst>
              </p:nvPr>
            </p:nvGraphicFramePr>
            <p:xfrm>
              <a:off x="225459" y="5334000"/>
              <a:ext cx="2743200" cy="11262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2900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1606229939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1134903945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2538178443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2422567137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3873699320"/>
                        </a:ext>
                      </a:extLst>
                    </a:gridCol>
                  </a:tblGrid>
                  <a:tr h="211837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8246" r="-596491" b="-43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786" r="-507143" b="-43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6491" r="-398246" b="-43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3571" r="-305357" b="-43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3571" r="-205357" b="-43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2982" r="-101754" b="-43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357" r="-3571" b="-43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94595" r="-708929" b="-3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8246" t="-94595" r="-596491" b="-3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786" t="-94595" r="-507143" b="-3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89474" r="-70892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6491" t="-189474" r="-39824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3571" t="-189474" r="-30535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77553588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97297" r="-708929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3571" t="-297297" r="-205357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2982" t="-297297" r="-101754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8441848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86842" r="-708929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357" t="-386842" r="-3571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79912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B4AFD6D-A1BF-8786-D8BF-1B367984578F}"/>
                  </a:ext>
                </a:extLst>
              </p:cNvPr>
              <p:cNvSpPr txBox="1"/>
              <p:nvPr/>
            </p:nvSpPr>
            <p:spPr>
              <a:xfrm>
                <a:off x="789177" y="6700738"/>
                <a:ext cx="1622046" cy="2417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ICC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Cor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B4AFD6D-A1BF-8786-D8BF-1B3679845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77" y="6700738"/>
                <a:ext cx="1622046" cy="241733"/>
              </a:xfrm>
              <a:prstGeom prst="rect">
                <a:avLst/>
              </a:prstGeom>
              <a:blipFill>
                <a:blip r:embed="rId3"/>
                <a:stretch>
                  <a:fillRect l="-2247" r="-3371" b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Table 36">
                <a:extLst>
                  <a:ext uri="{FF2B5EF4-FFF2-40B4-BE49-F238E27FC236}">
                    <a16:creationId xmlns:a16="http://schemas.microsoft.com/office/drawing/2014/main" id="{DE980394-B44E-AB5C-3ACC-3A2F0BA361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5852128"/>
                  </p:ext>
                </p:extLst>
              </p:nvPr>
            </p:nvGraphicFramePr>
            <p:xfrm>
              <a:off x="4505830" y="4234144"/>
              <a:ext cx="2123570" cy="4471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0482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303848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303848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  <a:gridCol w="303848">
                      <a:extLst>
                        <a:ext uri="{9D8B030D-6E8A-4147-A177-3AD203B41FA5}">
                          <a16:colId xmlns:a16="http://schemas.microsoft.com/office/drawing/2014/main" val="1126003434"/>
                        </a:ext>
                      </a:extLst>
                    </a:gridCol>
                    <a:gridCol w="303848">
                      <a:extLst>
                        <a:ext uri="{9D8B030D-6E8A-4147-A177-3AD203B41FA5}">
                          <a16:colId xmlns:a16="http://schemas.microsoft.com/office/drawing/2014/main" val="3788384596"/>
                        </a:ext>
                      </a:extLst>
                    </a:gridCol>
                    <a:gridCol w="303848">
                      <a:extLst>
                        <a:ext uri="{9D8B030D-6E8A-4147-A177-3AD203B41FA5}">
                          <a16:colId xmlns:a16="http://schemas.microsoft.com/office/drawing/2014/main" val="1964700711"/>
                        </a:ext>
                      </a:extLst>
                    </a:gridCol>
                    <a:gridCol w="303848">
                      <a:extLst>
                        <a:ext uri="{9D8B030D-6E8A-4147-A177-3AD203B41FA5}">
                          <a16:colId xmlns:a16="http://schemas.microsoft.com/office/drawing/2014/main" val="7213467"/>
                        </a:ext>
                      </a:extLst>
                    </a:gridCol>
                  </a:tblGrid>
                  <a:tr h="208598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𝑙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𝑙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𝑙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kumimoji="0" lang="en-US" altLang="zh-TW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𝑙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  <m:r>
                                      <a:rPr kumimoji="0" lang="en-US" altLang="zh-TW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𝑙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  <m:r>
                                      <a:rPr kumimoji="0" lang="en-US" altLang="zh-TW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𝑙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1895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𝑙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𝑙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𝑙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kumimoji="0" lang="en-US" altLang="zh-TW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𝑙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  <m:r>
                                      <a:rPr kumimoji="0" lang="en-US" altLang="zh-TW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𝑙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  <m:r>
                                      <a:rPr kumimoji="0" lang="en-US" altLang="zh-TW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𝑙</m:t>
                                    </m:r>
                                    <m:r>
                                      <a:rPr kumimoji="0" lang="en-US" sz="9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Table 36">
                <a:extLst>
                  <a:ext uri="{FF2B5EF4-FFF2-40B4-BE49-F238E27FC236}">
                    <a16:creationId xmlns:a16="http://schemas.microsoft.com/office/drawing/2014/main" id="{DE980394-B44E-AB5C-3ACC-3A2F0BA361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5852128"/>
                  </p:ext>
                </p:extLst>
              </p:nvPr>
            </p:nvGraphicFramePr>
            <p:xfrm>
              <a:off x="4505830" y="4234144"/>
              <a:ext cx="2123570" cy="4471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0482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303848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303848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  <a:gridCol w="303848">
                      <a:extLst>
                        <a:ext uri="{9D8B030D-6E8A-4147-A177-3AD203B41FA5}">
                          <a16:colId xmlns:a16="http://schemas.microsoft.com/office/drawing/2014/main" val="1126003434"/>
                        </a:ext>
                      </a:extLst>
                    </a:gridCol>
                    <a:gridCol w="303848">
                      <a:extLst>
                        <a:ext uri="{9D8B030D-6E8A-4147-A177-3AD203B41FA5}">
                          <a16:colId xmlns:a16="http://schemas.microsoft.com/office/drawing/2014/main" val="3788384596"/>
                        </a:ext>
                      </a:extLst>
                    </a:gridCol>
                    <a:gridCol w="303848">
                      <a:extLst>
                        <a:ext uri="{9D8B030D-6E8A-4147-A177-3AD203B41FA5}">
                          <a16:colId xmlns:a16="http://schemas.microsoft.com/office/drawing/2014/main" val="1964700711"/>
                        </a:ext>
                      </a:extLst>
                    </a:gridCol>
                    <a:gridCol w="303848">
                      <a:extLst>
                        <a:ext uri="{9D8B030D-6E8A-4147-A177-3AD203B41FA5}">
                          <a16:colId xmlns:a16="http://schemas.microsoft.com/office/drawing/2014/main" val="7213467"/>
                        </a:ext>
                      </a:extLst>
                    </a:gridCol>
                  </a:tblGrid>
                  <a:tr h="223585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8000" r="-502000" b="-1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8000" r="-402000" b="-1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98000" r="-302000" b="-1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98000" r="-202000" b="-1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98000" r="-102000" b="-1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98000" r="-2000" b="-10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35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0000" r="-614286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8000" t="-100000" r="-50200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8000" t="-100000" r="-40200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98000" t="-100000" r="-30200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98000" t="-100000" r="-20200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98000" t="-100000" r="-10200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98000" t="-100000" r="-2000" b="-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8C25F7F2-83BE-1329-8ABF-0E1EA9CA688D}"/>
              </a:ext>
            </a:extLst>
          </p:cNvPr>
          <p:cNvSpPr/>
          <p:nvPr/>
        </p:nvSpPr>
        <p:spPr>
          <a:xfrm>
            <a:off x="3809999" y="3352800"/>
            <a:ext cx="2895601" cy="1612836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EFD26CC-2918-7E1F-4114-221AEFC6324C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4944055" y="3885713"/>
            <a:ext cx="772818" cy="343144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08BAD42-ED0B-B6BA-AB88-3CC8FCB12D8F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5257800" y="3885713"/>
            <a:ext cx="459073" cy="34338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56A6405-9ADF-BBD7-BDB6-33CEA26EC5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7576450"/>
                  </p:ext>
                </p:extLst>
              </p:nvPr>
            </p:nvGraphicFramePr>
            <p:xfrm>
              <a:off x="3809994" y="5332627"/>
              <a:ext cx="2895606" cy="1143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6829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1606229939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1134903945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2538178443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2422567137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3069620555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1085601339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2243989755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1359738168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3879864134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958966721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3873699320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  <m: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  <m: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  <m: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  <m: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  <m: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  <m: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  <m: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  <m:r>
                                      <a:rPr kumimoji="0" lang="en-US" altLang="zh-TW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  <m:r>
                                      <a:rPr kumimoji="0" lang="zh-TW" alt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kumimoji="0" lang="en-US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77553588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01780881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079912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56A6405-9ADF-BBD7-BDB6-33CEA26EC5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7576450"/>
                  </p:ext>
                </p:extLst>
              </p:nvPr>
            </p:nvGraphicFramePr>
            <p:xfrm>
              <a:off x="3809994" y="5332627"/>
              <a:ext cx="2895606" cy="1143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6829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1606229939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1134903945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2538178443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2422567137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3069620555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1085601339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2243989755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1359738168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3879864134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958966721"/>
                        </a:ext>
                      </a:extLst>
                    </a:gridCol>
                    <a:gridCol w="206829">
                      <a:extLst>
                        <a:ext uri="{9D8B030D-6E8A-4147-A177-3AD203B41FA5}">
                          <a16:colId xmlns:a16="http://schemas.microsoft.com/office/drawing/2014/main" val="3873699320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r="-1205882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r="-1105882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000" r="-1005882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0000" r="-905882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00000" r="-805882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00000" r="-705882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00000" r="-605882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800000" r="-505882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00000" r="-405882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0" r="-305882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00000" r="-205882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200000" r="-105882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300000" r="-5882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00000" r="-130588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00000" r="-120588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t="-100000" r="-110588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000" t="-100000" r="-100588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0000" t="-100000" r="-90588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00000" t="-100000" r="-80588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00000" t="-100000" r="-70588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205405" r="-1305882" b="-2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00000" t="-205405" r="-605882" b="-2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800000" t="-205405" r="-505882" b="-2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00000" t="-205405" r="-405882" b="-2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0" t="-205405" r="-305882" b="-2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00000" t="-205405" r="-205882" b="-2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200000" t="-205405" r="-105882" b="-2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77553588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297368" r="-1305882" b="-1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01780881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397368" r="-130588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300000" t="-397368" r="-5882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79912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loud 61">
                <a:extLst>
                  <a:ext uri="{FF2B5EF4-FFF2-40B4-BE49-F238E27FC236}">
                    <a16:creationId xmlns:a16="http://schemas.microsoft.com/office/drawing/2014/main" id="{DEDF1926-6863-9AF5-739B-48C04C87C856}"/>
                  </a:ext>
                </a:extLst>
              </p:cNvPr>
              <p:cNvSpPr/>
              <p:nvPr/>
            </p:nvSpPr>
            <p:spPr>
              <a:xfrm>
                <a:off x="1604460" y="3425498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ℰ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ℛ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Cloud 61">
                <a:extLst>
                  <a:ext uri="{FF2B5EF4-FFF2-40B4-BE49-F238E27FC236}">
                    <a16:creationId xmlns:a16="http://schemas.microsoft.com/office/drawing/2014/main" id="{DEDF1926-6863-9AF5-739B-48C04C87C8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460" y="3425498"/>
                <a:ext cx="914400" cy="457200"/>
              </a:xfrm>
              <a:prstGeom prst="cloud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loud 62">
                <a:extLst>
                  <a:ext uri="{FF2B5EF4-FFF2-40B4-BE49-F238E27FC236}">
                    <a16:creationId xmlns:a16="http://schemas.microsoft.com/office/drawing/2014/main" id="{879F20DE-DEE5-579B-70CB-896D288973EB}"/>
                  </a:ext>
                </a:extLst>
              </p:cNvPr>
              <p:cNvSpPr/>
              <p:nvPr/>
            </p:nvSpPr>
            <p:spPr>
              <a:xfrm rot="16200000">
                <a:off x="0" y="4191000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𝒮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Cloud 62">
                <a:extLst>
                  <a:ext uri="{FF2B5EF4-FFF2-40B4-BE49-F238E27FC236}">
                    <a16:creationId xmlns:a16="http://schemas.microsoft.com/office/drawing/2014/main" id="{879F20DE-DEE5-579B-70CB-896D288973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0" y="4191000"/>
                <a:ext cx="914400" cy="457200"/>
              </a:xfrm>
              <a:prstGeom prst="cloud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ectangle 64">
            <a:extLst>
              <a:ext uri="{FF2B5EF4-FFF2-40B4-BE49-F238E27FC236}">
                <a16:creationId xmlns:a16="http://schemas.microsoft.com/office/drawing/2014/main" id="{E57A1FD5-7E21-1F44-47EE-0E84853D728D}"/>
              </a:ext>
            </a:extLst>
          </p:cNvPr>
          <p:cNvSpPr/>
          <p:nvPr/>
        </p:nvSpPr>
        <p:spPr>
          <a:xfrm>
            <a:off x="160873" y="3352800"/>
            <a:ext cx="2887127" cy="160328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B922052-0C0D-346C-7E52-E8AEFBA5AA45}"/>
              </a:ext>
            </a:extLst>
          </p:cNvPr>
          <p:cNvCxnSpPr>
            <a:cxnSpLocks/>
            <a:stCxn id="62" idx="1"/>
          </p:cNvCxnSpPr>
          <p:nvPr/>
        </p:nvCxnSpPr>
        <p:spPr>
          <a:xfrm flipH="1">
            <a:off x="1676576" y="3882211"/>
            <a:ext cx="385084" cy="351933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B3A652C-142A-5F57-5D63-9B27E0BA8E2F}"/>
              </a:ext>
            </a:extLst>
          </p:cNvPr>
          <p:cNvCxnSpPr>
            <a:cxnSpLocks/>
            <a:stCxn id="62" idx="1"/>
          </p:cNvCxnSpPr>
          <p:nvPr/>
        </p:nvCxnSpPr>
        <p:spPr>
          <a:xfrm>
            <a:off x="2061660" y="3882211"/>
            <a:ext cx="186240" cy="345134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D7A67CE-C8F5-8AE0-DE8A-0ADF3190B7B0}"/>
              </a:ext>
            </a:extLst>
          </p:cNvPr>
          <p:cNvCxnSpPr>
            <a:cxnSpLocks/>
            <a:stCxn id="63" idx="1"/>
          </p:cNvCxnSpPr>
          <p:nvPr/>
        </p:nvCxnSpPr>
        <p:spPr>
          <a:xfrm>
            <a:off x="685313" y="4419600"/>
            <a:ext cx="387899" cy="15137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EE3209-D0B2-B3F7-DD22-5F0A4A50CCC8}"/>
                  </a:ext>
                </a:extLst>
              </p:cNvPr>
              <p:cNvSpPr txBox="1"/>
              <p:nvPr/>
            </p:nvSpPr>
            <p:spPr>
              <a:xfrm>
                <a:off x="4446779" y="6700738"/>
                <a:ext cx="1622046" cy="2417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ICC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Cor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EE3209-D0B2-B3F7-DD22-5F0A4A50C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779" y="6700738"/>
                <a:ext cx="1622046" cy="241733"/>
              </a:xfrm>
              <a:prstGeom prst="rect">
                <a:avLst/>
              </a:prstGeom>
              <a:blipFill>
                <a:blip r:embed="rId8"/>
                <a:stretch>
                  <a:fillRect l="-2247" r="-3371" b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AC319E96-2C89-CA5B-D9A5-DC34188A7307}"/>
              </a:ext>
            </a:extLst>
          </p:cNvPr>
          <p:cNvSpPr/>
          <p:nvPr/>
        </p:nvSpPr>
        <p:spPr>
          <a:xfrm>
            <a:off x="645800" y="5568462"/>
            <a:ext cx="182880" cy="18288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C384CA3-7B34-70CD-3CAB-77D8C8646CD2}"/>
              </a:ext>
            </a:extLst>
          </p:cNvPr>
          <p:cNvSpPr/>
          <p:nvPr/>
        </p:nvSpPr>
        <p:spPr>
          <a:xfrm>
            <a:off x="989392" y="5568462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A28ADBC-2986-6BBF-5A43-8218AC6BCC45}"/>
              </a:ext>
            </a:extLst>
          </p:cNvPr>
          <p:cNvSpPr/>
          <p:nvPr/>
        </p:nvSpPr>
        <p:spPr>
          <a:xfrm>
            <a:off x="4050220" y="5617267"/>
            <a:ext cx="526561" cy="13289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loud 22">
                <a:extLst>
                  <a:ext uri="{FF2B5EF4-FFF2-40B4-BE49-F238E27FC236}">
                    <a16:creationId xmlns:a16="http://schemas.microsoft.com/office/drawing/2014/main" id="{5796B541-1CBA-C4A5-359B-80AB2A24909E}"/>
                  </a:ext>
                </a:extLst>
              </p:cNvPr>
              <p:cNvSpPr/>
              <p:nvPr/>
            </p:nvSpPr>
            <p:spPr>
              <a:xfrm rot="16200000">
                <a:off x="3657600" y="4189627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𝒮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Cloud 22">
                <a:extLst>
                  <a:ext uri="{FF2B5EF4-FFF2-40B4-BE49-F238E27FC236}">
                    <a16:creationId xmlns:a16="http://schemas.microsoft.com/office/drawing/2014/main" id="{5796B541-1CBA-C4A5-359B-80AB2A2490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657600" y="4189627"/>
                <a:ext cx="914400" cy="457200"/>
              </a:xfrm>
              <a:prstGeom prst="cloud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A5A1050-ED8D-F296-1A8D-47EC665E3E3C}"/>
              </a:ext>
            </a:extLst>
          </p:cNvPr>
          <p:cNvCxnSpPr>
            <a:cxnSpLocks/>
            <a:stCxn id="23" idx="1"/>
          </p:cNvCxnSpPr>
          <p:nvPr/>
        </p:nvCxnSpPr>
        <p:spPr>
          <a:xfrm>
            <a:off x="4342913" y="4418227"/>
            <a:ext cx="162917" cy="15275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loud 27">
                <a:extLst>
                  <a:ext uri="{FF2B5EF4-FFF2-40B4-BE49-F238E27FC236}">
                    <a16:creationId xmlns:a16="http://schemas.microsoft.com/office/drawing/2014/main" id="{03A7C851-BEFA-1DF0-99B1-9DE2A41E93ED}"/>
                  </a:ext>
                </a:extLst>
              </p:cNvPr>
              <p:cNvSpPr/>
              <p:nvPr/>
            </p:nvSpPr>
            <p:spPr>
              <a:xfrm>
                <a:off x="5259673" y="3429000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ℰ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ℛ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Cloud 27">
                <a:extLst>
                  <a:ext uri="{FF2B5EF4-FFF2-40B4-BE49-F238E27FC236}">
                    <a16:creationId xmlns:a16="http://schemas.microsoft.com/office/drawing/2014/main" id="{03A7C851-BEFA-1DF0-99B1-9DE2A41E93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673" y="3429000"/>
                <a:ext cx="914400" cy="457200"/>
              </a:xfrm>
              <a:prstGeom prst="cloud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AD78F9-4169-7C09-1419-88D9B5CE64EF}"/>
                  </a:ext>
                </a:extLst>
              </p:cNvPr>
              <p:cNvSpPr txBox="1"/>
              <p:nvPr/>
            </p:nvSpPr>
            <p:spPr>
              <a:xfrm>
                <a:off x="327421" y="5016786"/>
                <a:ext cx="819637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9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=1, 2, …</m:t>
                    </m:r>
                  </m:oMath>
                </a14:m>
                <a:r>
                  <a:rPr lang="en-US" sz="900" dirty="0">
                    <a:solidFill>
                      <a:schemeClr val="accent3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AD78F9-4169-7C09-1419-88D9B5CE6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1" y="5016786"/>
                <a:ext cx="819637" cy="138499"/>
              </a:xfrm>
              <a:prstGeom prst="rect">
                <a:avLst/>
              </a:prstGeom>
              <a:blipFill>
                <a:blip r:embed="rId11"/>
                <a:stretch>
                  <a:fillRect l="-5224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rrow: Curved Right 29">
            <a:extLst>
              <a:ext uri="{FF2B5EF4-FFF2-40B4-BE49-F238E27FC236}">
                <a16:creationId xmlns:a16="http://schemas.microsoft.com/office/drawing/2014/main" id="{D50C4C39-F586-DE12-7514-931B236F604D}"/>
              </a:ext>
            </a:extLst>
          </p:cNvPr>
          <p:cNvSpPr/>
          <p:nvPr/>
        </p:nvSpPr>
        <p:spPr>
          <a:xfrm>
            <a:off x="38100" y="4778389"/>
            <a:ext cx="228600" cy="365760"/>
          </a:xfrm>
          <a:prstGeom prst="curvedRightArrow">
            <a:avLst>
              <a:gd name="adj1" fmla="val 16701"/>
              <a:gd name="adj2" fmla="val 50000"/>
              <a:gd name="adj3" fmla="val 25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94F945B-18A8-AA06-1EE3-40F9689B3C8F}"/>
              </a:ext>
            </a:extLst>
          </p:cNvPr>
          <p:cNvSpPr/>
          <p:nvPr/>
        </p:nvSpPr>
        <p:spPr>
          <a:xfrm>
            <a:off x="1332984" y="5797062"/>
            <a:ext cx="182880" cy="18288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8129ABE-3375-310A-E858-9E781F172FB4}"/>
              </a:ext>
            </a:extLst>
          </p:cNvPr>
          <p:cNvSpPr/>
          <p:nvPr/>
        </p:nvSpPr>
        <p:spPr>
          <a:xfrm>
            <a:off x="1676576" y="5797062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6A4285B-CAFB-1D8D-BAA0-6CEE7C612250}"/>
              </a:ext>
            </a:extLst>
          </p:cNvPr>
          <p:cNvSpPr/>
          <p:nvPr/>
        </p:nvSpPr>
        <p:spPr>
          <a:xfrm>
            <a:off x="2020168" y="6025662"/>
            <a:ext cx="182880" cy="18288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6E3685D1-02FA-34B9-7F93-D7B2FA5AB0B3}"/>
              </a:ext>
            </a:extLst>
          </p:cNvPr>
          <p:cNvSpPr/>
          <p:nvPr/>
        </p:nvSpPr>
        <p:spPr>
          <a:xfrm>
            <a:off x="2363760" y="6025662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95DF5526-C3B4-EC6C-58F3-18E16B7B3BA3}"/>
              </a:ext>
            </a:extLst>
          </p:cNvPr>
          <p:cNvSpPr/>
          <p:nvPr/>
        </p:nvSpPr>
        <p:spPr>
          <a:xfrm>
            <a:off x="1866899" y="6759591"/>
            <a:ext cx="182880" cy="18288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488FF2EE-3C7B-BDD3-6968-E76A7B4D3999}"/>
              </a:ext>
            </a:extLst>
          </p:cNvPr>
          <p:cNvSpPr/>
          <p:nvPr/>
        </p:nvSpPr>
        <p:spPr>
          <a:xfrm>
            <a:off x="2139061" y="6759591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A3160E8F-0F0B-6D5D-F158-81B7E66981E5}"/>
              </a:ext>
            </a:extLst>
          </p:cNvPr>
          <p:cNvSpPr/>
          <p:nvPr/>
        </p:nvSpPr>
        <p:spPr>
          <a:xfrm>
            <a:off x="4680775" y="5617267"/>
            <a:ext cx="526561" cy="13289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F369C43D-5111-87D1-C73A-E66CC64DAB25}"/>
              </a:ext>
            </a:extLst>
          </p:cNvPr>
          <p:cNvSpPr/>
          <p:nvPr/>
        </p:nvSpPr>
        <p:spPr>
          <a:xfrm>
            <a:off x="5311330" y="5844370"/>
            <a:ext cx="526561" cy="13289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AB9AA3E4-D032-A9CF-033C-B0455390D7D8}"/>
              </a:ext>
            </a:extLst>
          </p:cNvPr>
          <p:cNvSpPr/>
          <p:nvPr/>
        </p:nvSpPr>
        <p:spPr>
          <a:xfrm>
            <a:off x="5941885" y="5844370"/>
            <a:ext cx="526561" cy="13289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EDC0F3A4-5AEC-99E1-1E48-7E8FFB44AA17}"/>
              </a:ext>
            </a:extLst>
          </p:cNvPr>
          <p:cNvSpPr/>
          <p:nvPr/>
        </p:nvSpPr>
        <p:spPr>
          <a:xfrm>
            <a:off x="5531865" y="6779067"/>
            <a:ext cx="201168" cy="13289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7896B74F-E56D-54AA-F2D7-554F5D0210FE}"/>
              </a:ext>
            </a:extLst>
          </p:cNvPr>
          <p:cNvSpPr/>
          <p:nvPr/>
        </p:nvSpPr>
        <p:spPr>
          <a:xfrm>
            <a:off x="5788153" y="6779067"/>
            <a:ext cx="201168" cy="13289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CD24012A-69C3-6F6A-E0FA-C85CBDCE50B9}"/>
              </a:ext>
            </a:extLst>
          </p:cNvPr>
          <p:cNvCxnSpPr>
            <a:cxnSpLocks/>
            <a:stCxn id="28" idx="1"/>
            <a:endCxn id="37" idx="0"/>
          </p:cNvCxnSpPr>
          <p:nvPr/>
        </p:nvCxnSpPr>
        <p:spPr>
          <a:xfrm flipH="1">
            <a:off x="5567615" y="3885713"/>
            <a:ext cx="149258" cy="34843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79169098-E033-D9E4-53A1-99194DD1A575}"/>
              </a:ext>
            </a:extLst>
          </p:cNvPr>
          <p:cNvCxnSpPr>
            <a:cxnSpLocks/>
            <a:stCxn id="28" idx="1"/>
          </p:cNvCxnSpPr>
          <p:nvPr/>
        </p:nvCxnSpPr>
        <p:spPr>
          <a:xfrm>
            <a:off x="5716873" y="3885713"/>
            <a:ext cx="149258" cy="343387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0778E30-30BE-F294-3A27-F5530CDD6257}"/>
              </a:ext>
            </a:extLst>
          </p:cNvPr>
          <p:cNvCxnSpPr>
            <a:cxnSpLocks/>
            <a:stCxn id="28" idx="1"/>
          </p:cNvCxnSpPr>
          <p:nvPr/>
        </p:nvCxnSpPr>
        <p:spPr>
          <a:xfrm>
            <a:off x="5716873" y="3885713"/>
            <a:ext cx="455814" cy="343144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A8C98393-E763-776D-F362-9BAFFF919ED4}"/>
              </a:ext>
            </a:extLst>
          </p:cNvPr>
          <p:cNvCxnSpPr>
            <a:cxnSpLocks/>
            <a:stCxn id="28" idx="1"/>
          </p:cNvCxnSpPr>
          <p:nvPr/>
        </p:nvCxnSpPr>
        <p:spPr>
          <a:xfrm>
            <a:off x="5716873" y="3885713"/>
            <a:ext cx="751573" cy="343387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8A4F985-14C2-FE68-1552-F9F70F66A4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8971651"/>
                  </p:ext>
                </p:extLst>
              </p:nvPr>
            </p:nvGraphicFramePr>
            <p:xfrm>
              <a:off x="1073212" y="4227345"/>
              <a:ext cx="1578356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0482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613664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8A4F985-14C2-FE68-1552-F9F70F66A4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8971651"/>
                  </p:ext>
                </p:extLst>
              </p:nvPr>
            </p:nvGraphicFramePr>
            <p:xfrm>
              <a:off x="1073212" y="4227345"/>
              <a:ext cx="1578356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0482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613664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48515" r="-109901" b="-1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37615" r="-1835" b="-10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t="-100000" r="-432653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48515" t="-100000" r="-109901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37615" t="-100000" r="-1835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0CD972-8825-F48D-1E6A-C097F068603A}"/>
                  </a:ext>
                </a:extLst>
              </p:cNvPr>
              <p:cNvSpPr txBox="1"/>
              <p:nvPr/>
            </p:nvSpPr>
            <p:spPr>
              <a:xfrm>
                <a:off x="3968000" y="5016786"/>
                <a:ext cx="819637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9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=1, 2, …</m:t>
                    </m:r>
                  </m:oMath>
                </a14:m>
                <a:r>
                  <a:rPr lang="en-US" sz="900" dirty="0">
                    <a:solidFill>
                      <a:schemeClr val="accent3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0CD972-8825-F48D-1E6A-C097F0686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000" y="5016786"/>
                <a:ext cx="819637" cy="138499"/>
              </a:xfrm>
              <a:prstGeom prst="rect">
                <a:avLst/>
              </a:prstGeom>
              <a:blipFill>
                <a:blip r:embed="rId11"/>
                <a:stretch>
                  <a:fillRect l="-5224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Curved Right 11">
            <a:extLst>
              <a:ext uri="{FF2B5EF4-FFF2-40B4-BE49-F238E27FC236}">
                <a16:creationId xmlns:a16="http://schemas.microsoft.com/office/drawing/2014/main" id="{F0B55D01-8FD4-BB5B-C3A1-8D7314725860}"/>
              </a:ext>
            </a:extLst>
          </p:cNvPr>
          <p:cNvSpPr/>
          <p:nvPr/>
        </p:nvSpPr>
        <p:spPr>
          <a:xfrm>
            <a:off x="3678679" y="4778389"/>
            <a:ext cx="228600" cy="365760"/>
          </a:xfrm>
          <a:prstGeom prst="curvedRightArrow">
            <a:avLst>
              <a:gd name="adj1" fmla="val 16701"/>
              <a:gd name="adj2" fmla="val 50000"/>
              <a:gd name="adj3" fmla="val 25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2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4D500-C402-4B0B-F523-CA5FBC8CD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36AD4AE1-2C04-AA88-ECF8-93AE1E8575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1848242"/>
                  </p:ext>
                </p:extLst>
              </p:nvPr>
            </p:nvGraphicFramePr>
            <p:xfrm>
              <a:off x="1116618" y="4227345"/>
              <a:ext cx="1578356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0482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613664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36AD4AE1-2C04-AA88-ECF8-93AE1E8575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1848242"/>
                  </p:ext>
                </p:extLst>
              </p:nvPr>
            </p:nvGraphicFramePr>
            <p:xfrm>
              <a:off x="1116618" y="4227345"/>
              <a:ext cx="1578356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0482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613664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8039" r="-107843" b="-1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38532" r="-917" b="-10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0000" r="-432653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8039" t="-100000" r="-107843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38532" t="-100000" r="-917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10C1C997-605B-145E-E7A0-276FC78ED8CA}"/>
              </a:ext>
            </a:extLst>
          </p:cNvPr>
          <p:cNvSpPr/>
          <p:nvPr/>
        </p:nvSpPr>
        <p:spPr>
          <a:xfrm>
            <a:off x="161050" y="3352800"/>
            <a:ext cx="2886950" cy="16002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CCA68D-78BD-CF37-87D9-16DF1EFA2A20}"/>
              </a:ext>
            </a:extLst>
          </p:cNvPr>
          <p:cNvCxnSpPr>
            <a:cxnSpLocks/>
            <a:stCxn id="34" idx="1"/>
          </p:cNvCxnSpPr>
          <p:nvPr/>
        </p:nvCxnSpPr>
        <p:spPr>
          <a:xfrm>
            <a:off x="1600075" y="3888483"/>
            <a:ext cx="565960" cy="340617"/>
          </a:xfrm>
          <a:prstGeom prst="straightConnector1">
            <a:avLst/>
          </a:prstGeom>
          <a:ln>
            <a:solidFill>
              <a:schemeClr val="accent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B5D0E6B-9B76-FE43-ECE8-503DA921F2C8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1500658" y="3888483"/>
            <a:ext cx="99417" cy="34061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670C2EEB-6C49-C045-0486-849C4DCCA4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7980380"/>
                  </p:ext>
                </p:extLst>
              </p:nvPr>
            </p:nvGraphicFramePr>
            <p:xfrm>
              <a:off x="228475" y="5339218"/>
              <a:ext cx="2743200" cy="128930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2900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1606229939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1134903945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2538178443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2422567137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3873699320"/>
                        </a:ext>
                      </a:extLst>
                    </a:gridCol>
                  </a:tblGrid>
                  <a:tr h="374904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77553588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8441848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079912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670C2EEB-6C49-C045-0486-849C4DCCA4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7980380"/>
                  </p:ext>
                </p:extLst>
              </p:nvPr>
            </p:nvGraphicFramePr>
            <p:xfrm>
              <a:off x="228475" y="5339218"/>
              <a:ext cx="2743200" cy="128930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2900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1606229939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1134903945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2538178443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2422567137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3873699320"/>
                        </a:ext>
                      </a:extLst>
                    </a:gridCol>
                  </a:tblGrid>
                  <a:tr h="374904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8246" r="-594737" b="-24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1786" r="-505357" b="-24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6491" r="-396491" b="-24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3571" r="-303571" b="-24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3571" r="-203571" b="-24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92982" r="-100000" b="-24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05357" r="-1786" b="-2451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63158" r="-70714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8246" t="-163158" r="-59473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1786" t="-163158" r="-50535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70270" r="-707143" b="-2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6491" t="-270270" r="-396491" b="-2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3571" t="-270270" r="-303571" b="-2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77553588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60526" r="-707143" b="-1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3571" t="-360526" r="-203571" b="-1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92982" t="-360526" r="-100000" b="-1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8441848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460526" r="-707143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05357" t="-460526" r="-1786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79912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0" name="Table 59">
                <a:extLst>
                  <a:ext uri="{FF2B5EF4-FFF2-40B4-BE49-F238E27FC236}">
                    <a16:creationId xmlns:a16="http://schemas.microsoft.com/office/drawing/2014/main" id="{7C8A5049-B6F7-C90A-0731-9052E26813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5146873"/>
                  </p:ext>
                </p:extLst>
              </p:nvPr>
            </p:nvGraphicFramePr>
            <p:xfrm>
              <a:off x="4800113" y="4229100"/>
              <a:ext cx="14039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0482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550418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553085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0" name="Table 59">
                <a:extLst>
                  <a:ext uri="{FF2B5EF4-FFF2-40B4-BE49-F238E27FC236}">
                    <a16:creationId xmlns:a16="http://schemas.microsoft.com/office/drawing/2014/main" id="{7C8A5049-B6F7-C90A-0731-9052E26813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5146873"/>
                  </p:ext>
                </p:extLst>
              </p:nvPr>
            </p:nvGraphicFramePr>
            <p:xfrm>
              <a:off x="4800113" y="4229100"/>
              <a:ext cx="14039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0482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550418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553085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3846" r="-101099" b="-1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3846" r="-1099" b="-10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0000" r="-373469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3846" t="-100000" r="-101099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3846" t="-100000" r="-1099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1" name="Rectangle 60">
            <a:extLst>
              <a:ext uri="{FF2B5EF4-FFF2-40B4-BE49-F238E27FC236}">
                <a16:creationId xmlns:a16="http://schemas.microsoft.com/office/drawing/2014/main" id="{50F60D0D-73B3-A70B-8456-3E480DB5E824}"/>
              </a:ext>
            </a:extLst>
          </p:cNvPr>
          <p:cNvSpPr/>
          <p:nvPr/>
        </p:nvSpPr>
        <p:spPr>
          <a:xfrm>
            <a:off x="3810000" y="3352800"/>
            <a:ext cx="2895600" cy="158818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8A9CAFA-544C-8822-D397-0ABB5BC6A79A}"/>
              </a:ext>
            </a:extLst>
          </p:cNvPr>
          <p:cNvCxnSpPr>
            <a:cxnSpLocks/>
            <a:stCxn id="55" idx="1"/>
            <a:endCxn id="107" idx="0"/>
          </p:cNvCxnSpPr>
          <p:nvPr/>
        </p:nvCxnSpPr>
        <p:spPr>
          <a:xfrm>
            <a:off x="5257675" y="2742713"/>
            <a:ext cx="239922" cy="189871"/>
          </a:xfrm>
          <a:prstGeom prst="straightConnector1">
            <a:avLst/>
          </a:prstGeom>
          <a:ln>
            <a:solidFill>
              <a:schemeClr val="accent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EFAA48E-5595-7A87-330E-DD08DCC355D7}"/>
              </a:ext>
            </a:extLst>
          </p:cNvPr>
          <p:cNvCxnSpPr>
            <a:cxnSpLocks/>
            <a:stCxn id="55" idx="1"/>
            <a:endCxn id="76" idx="0"/>
          </p:cNvCxnSpPr>
          <p:nvPr/>
        </p:nvCxnSpPr>
        <p:spPr>
          <a:xfrm flipH="1">
            <a:off x="4995098" y="2742713"/>
            <a:ext cx="262577" cy="18987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0F26DBE-C3C6-C649-9148-6878496278AA}"/>
                  </a:ext>
                </a:extLst>
              </p:cNvPr>
              <p:cNvSpPr txBox="1"/>
              <p:nvPr/>
            </p:nvSpPr>
            <p:spPr>
              <a:xfrm>
                <a:off x="4851959" y="2932584"/>
                <a:ext cx="28627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0F26DBE-C3C6-C649-9148-687849627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959" y="2932584"/>
                <a:ext cx="286277" cy="2308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CD0CEA7B-EC3D-52CE-69D9-C4323D637BA2}"/>
              </a:ext>
            </a:extLst>
          </p:cNvPr>
          <p:cNvCxnSpPr>
            <a:cxnSpLocks/>
            <a:stCxn id="76" idx="2"/>
          </p:cNvCxnSpPr>
          <p:nvPr/>
        </p:nvCxnSpPr>
        <p:spPr>
          <a:xfrm rot="16200000" flipH="1">
            <a:off x="4556425" y="3602088"/>
            <a:ext cx="1065686" cy="188341"/>
          </a:xfrm>
          <a:prstGeom prst="bentConnector3">
            <a:avLst>
              <a:gd name="adj1" fmla="val 71451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42316345-1857-42C2-B0A0-4D39D9F3E161}"/>
              </a:ext>
            </a:extLst>
          </p:cNvPr>
          <p:cNvCxnSpPr>
            <a:cxnSpLocks/>
            <a:stCxn id="107" idx="2"/>
          </p:cNvCxnSpPr>
          <p:nvPr/>
        </p:nvCxnSpPr>
        <p:spPr>
          <a:xfrm rot="16200000" flipH="1">
            <a:off x="5086647" y="3574365"/>
            <a:ext cx="1065684" cy="243785"/>
          </a:xfrm>
          <a:prstGeom prst="bentConnector3">
            <a:avLst>
              <a:gd name="adj1" fmla="val 71451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42C23FD-8A3E-9766-9363-385E9612EE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0201376"/>
                  </p:ext>
                </p:extLst>
              </p:nvPr>
            </p:nvGraphicFramePr>
            <p:xfrm>
              <a:off x="4471321" y="5335595"/>
              <a:ext cx="1572958" cy="1143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6867">
                      <a:extLst>
                        <a:ext uri="{9D8B030D-6E8A-4147-A177-3AD203B41FA5}">
                          <a16:colId xmlns:a16="http://schemas.microsoft.com/office/drawing/2014/main" val="178394583"/>
                        </a:ext>
                      </a:extLst>
                    </a:gridCol>
                    <a:gridCol w="597281">
                      <a:extLst>
                        <a:ext uri="{9D8B030D-6E8A-4147-A177-3AD203B41FA5}">
                          <a16:colId xmlns:a16="http://schemas.microsoft.com/office/drawing/2014/main" val="175298901"/>
                        </a:ext>
                      </a:extLst>
                    </a:gridCol>
                    <a:gridCol w="638810">
                      <a:extLst>
                        <a:ext uri="{9D8B030D-6E8A-4147-A177-3AD203B41FA5}">
                          <a16:colId xmlns:a16="http://schemas.microsoft.com/office/drawing/2014/main" val="1543741586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3416915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2537180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0265597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6088785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192796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42C23FD-8A3E-9766-9363-385E9612EE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0201376"/>
                  </p:ext>
                </p:extLst>
              </p:nvPr>
            </p:nvGraphicFramePr>
            <p:xfrm>
              <a:off x="4471321" y="5335595"/>
              <a:ext cx="1572958" cy="1143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6867">
                      <a:extLst>
                        <a:ext uri="{9D8B030D-6E8A-4147-A177-3AD203B41FA5}">
                          <a16:colId xmlns:a16="http://schemas.microsoft.com/office/drawing/2014/main" val="178394583"/>
                        </a:ext>
                      </a:extLst>
                    </a:gridCol>
                    <a:gridCol w="597281">
                      <a:extLst>
                        <a:ext uri="{9D8B030D-6E8A-4147-A177-3AD203B41FA5}">
                          <a16:colId xmlns:a16="http://schemas.microsoft.com/office/drawing/2014/main" val="175298901"/>
                        </a:ext>
                      </a:extLst>
                    </a:gridCol>
                    <a:gridCol w="638810">
                      <a:extLst>
                        <a:ext uri="{9D8B030D-6E8A-4147-A177-3AD203B41FA5}">
                          <a16:colId xmlns:a16="http://schemas.microsoft.com/office/drawing/2014/main" val="1543741586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5556" r="-107071" b="-39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46667" r="-952" b="-3973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16915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102703" r="-372727" b="-3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5556" t="-102703" r="-107071" b="-3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46667" t="-102703" r="-952" b="-3081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537180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197368" r="-37272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5556" t="-197368" r="-10707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46667" t="-197368" r="-95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265597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305405" r="-372727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5556" t="-305405" r="-107071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46667" t="-305405" r="-952" b="-1054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88785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394737" r="-372727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5556" t="-394737" r="-107071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46667" t="-394737" r="-952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92796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6EBB76-E69B-354D-AE6C-13184CE616B9}"/>
                  </a:ext>
                </a:extLst>
              </p:cNvPr>
              <p:cNvSpPr txBox="1"/>
              <p:nvPr/>
            </p:nvSpPr>
            <p:spPr>
              <a:xfrm>
                <a:off x="699540" y="6706095"/>
                <a:ext cx="1801070" cy="2417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ICC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Cor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6EBB76-E69B-354D-AE6C-13184CE61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40" y="6706095"/>
                <a:ext cx="1801070" cy="241733"/>
              </a:xfrm>
              <a:prstGeom prst="rect">
                <a:avLst/>
              </a:prstGeom>
              <a:blipFill>
                <a:blip r:embed="rId7"/>
                <a:stretch>
                  <a:fillRect l="-2034" r="-3051" b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A88BF30-096F-6243-8416-0D52986E5A2D}"/>
                  </a:ext>
                </a:extLst>
              </p:cNvPr>
              <p:cNvSpPr txBox="1"/>
              <p:nvPr/>
            </p:nvSpPr>
            <p:spPr>
              <a:xfrm>
                <a:off x="4365351" y="6706094"/>
                <a:ext cx="1789849" cy="2417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ICC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Cor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A88BF30-096F-6243-8416-0D52986E5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5351" y="6706094"/>
                <a:ext cx="1789849" cy="241733"/>
              </a:xfrm>
              <a:prstGeom prst="rect">
                <a:avLst/>
              </a:prstGeom>
              <a:blipFill>
                <a:blip r:embed="rId8"/>
                <a:stretch>
                  <a:fillRect l="-2041" r="-3061" b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loud 3">
                <a:extLst>
                  <a:ext uri="{FF2B5EF4-FFF2-40B4-BE49-F238E27FC236}">
                    <a16:creationId xmlns:a16="http://schemas.microsoft.com/office/drawing/2014/main" id="{BCB41F12-E584-C0A7-F549-B7739B9F3C6D}"/>
                  </a:ext>
                </a:extLst>
              </p:cNvPr>
              <p:cNvSpPr/>
              <p:nvPr/>
            </p:nvSpPr>
            <p:spPr>
              <a:xfrm rot="16200000">
                <a:off x="0" y="4191000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𝒮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loud 3">
                <a:extLst>
                  <a:ext uri="{FF2B5EF4-FFF2-40B4-BE49-F238E27FC236}">
                    <a16:creationId xmlns:a16="http://schemas.microsoft.com/office/drawing/2014/main" id="{BCB41F12-E584-C0A7-F549-B7739B9F3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0" y="4191000"/>
                <a:ext cx="914400" cy="457200"/>
              </a:xfrm>
              <a:prstGeom prst="cloud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C516EE-06BA-C172-DCD2-875159F6BD91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685313" y="4419600"/>
            <a:ext cx="431305" cy="17780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loud 10">
                <a:extLst>
                  <a:ext uri="{FF2B5EF4-FFF2-40B4-BE49-F238E27FC236}">
                    <a16:creationId xmlns:a16="http://schemas.microsoft.com/office/drawing/2014/main" id="{F9DB5BF1-3EEF-CB63-06E3-F621601B6B68}"/>
                  </a:ext>
                </a:extLst>
              </p:cNvPr>
              <p:cNvSpPr/>
              <p:nvPr/>
            </p:nvSpPr>
            <p:spPr>
              <a:xfrm rot="16200000">
                <a:off x="3657600" y="4189627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𝒮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Cloud 10">
                <a:extLst>
                  <a:ext uri="{FF2B5EF4-FFF2-40B4-BE49-F238E27FC236}">
                    <a16:creationId xmlns:a16="http://schemas.microsoft.com/office/drawing/2014/main" id="{F9DB5BF1-3EEF-CB63-06E3-F621601B6B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657600" y="4189627"/>
                <a:ext cx="914400" cy="457200"/>
              </a:xfrm>
              <a:prstGeom prst="cloud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0D009D-9F6B-4F58-7669-CFE972CF1D3C}"/>
              </a:ext>
            </a:extLst>
          </p:cNvPr>
          <p:cNvCxnSpPr>
            <a:stCxn id="11" idx="1"/>
          </p:cNvCxnSpPr>
          <p:nvPr/>
        </p:nvCxnSpPr>
        <p:spPr>
          <a:xfrm>
            <a:off x="4342913" y="4418227"/>
            <a:ext cx="437257" cy="6383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loud 12">
                <a:extLst>
                  <a:ext uri="{FF2B5EF4-FFF2-40B4-BE49-F238E27FC236}">
                    <a16:creationId xmlns:a16="http://schemas.microsoft.com/office/drawing/2014/main" id="{3D0B4B02-A029-4518-D7F8-0AF592903A3C}"/>
                  </a:ext>
                </a:extLst>
              </p:cNvPr>
              <p:cNvSpPr/>
              <p:nvPr/>
            </p:nvSpPr>
            <p:spPr>
              <a:xfrm>
                <a:off x="2057400" y="3431770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ℰ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Cloud 12">
                <a:extLst>
                  <a:ext uri="{FF2B5EF4-FFF2-40B4-BE49-F238E27FC236}">
                    <a16:creationId xmlns:a16="http://schemas.microsoft.com/office/drawing/2014/main" id="{3D0B4B02-A029-4518-D7F8-0AF592903A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3431770"/>
                <a:ext cx="914400" cy="457200"/>
              </a:xfrm>
              <a:prstGeom prst="cloud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loud 33">
                <a:extLst>
                  <a:ext uri="{FF2B5EF4-FFF2-40B4-BE49-F238E27FC236}">
                    <a16:creationId xmlns:a16="http://schemas.microsoft.com/office/drawing/2014/main" id="{D9BF0FA7-7E89-4ED2-71ED-BAA7A50C81D9}"/>
                  </a:ext>
                </a:extLst>
              </p:cNvPr>
              <p:cNvSpPr/>
              <p:nvPr/>
            </p:nvSpPr>
            <p:spPr>
              <a:xfrm>
                <a:off x="1142875" y="3431770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ℛ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Cloud 33">
                <a:extLst>
                  <a:ext uri="{FF2B5EF4-FFF2-40B4-BE49-F238E27FC236}">
                    <a16:creationId xmlns:a16="http://schemas.microsoft.com/office/drawing/2014/main" id="{D9BF0FA7-7E89-4ED2-71ED-BAA7A50C81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875" y="3431770"/>
                <a:ext cx="914400" cy="457200"/>
              </a:xfrm>
              <a:prstGeom prst="cloud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loud 46">
                <a:extLst>
                  <a:ext uri="{FF2B5EF4-FFF2-40B4-BE49-F238E27FC236}">
                    <a16:creationId xmlns:a16="http://schemas.microsoft.com/office/drawing/2014/main" id="{1A3D6D8C-4512-891B-3839-3AE58E77EF78}"/>
                  </a:ext>
                </a:extLst>
              </p:cNvPr>
              <p:cNvSpPr/>
              <p:nvPr/>
            </p:nvSpPr>
            <p:spPr>
              <a:xfrm>
                <a:off x="5715000" y="3431770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ℰ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Cloud 46">
                <a:extLst>
                  <a:ext uri="{FF2B5EF4-FFF2-40B4-BE49-F238E27FC236}">
                    <a16:creationId xmlns:a16="http://schemas.microsoft.com/office/drawing/2014/main" id="{1A3D6D8C-4512-891B-3839-3AE58E77EF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31770"/>
                <a:ext cx="914400" cy="457200"/>
              </a:xfrm>
              <a:prstGeom prst="cloud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loud 54">
                <a:extLst>
                  <a:ext uri="{FF2B5EF4-FFF2-40B4-BE49-F238E27FC236}">
                    <a16:creationId xmlns:a16="http://schemas.microsoft.com/office/drawing/2014/main" id="{DE9F2519-6DC8-C3DA-C06E-253A8C8F8385}"/>
                  </a:ext>
                </a:extLst>
              </p:cNvPr>
              <p:cNvSpPr/>
              <p:nvPr/>
            </p:nvSpPr>
            <p:spPr>
              <a:xfrm>
                <a:off x="4800475" y="2286000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ℛ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Cloud 54">
                <a:extLst>
                  <a:ext uri="{FF2B5EF4-FFF2-40B4-BE49-F238E27FC236}">
                    <a16:creationId xmlns:a16="http://schemas.microsoft.com/office/drawing/2014/main" id="{DE9F2519-6DC8-C3DA-C06E-253A8C8F8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475" y="2286000"/>
                <a:ext cx="914400" cy="457200"/>
              </a:xfrm>
              <a:prstGeom prst="cloud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Oval 55">
            <a:extLst>
              <a:ext uri="{FF2B5EF4-FFF2-40B4-BE49-F238E27FC236}">
                <a16:creationId xmlns:a16="http://schemas.microsoft.com/office/drawing/2014/main" id="{694D6636-319B-BA78-B244-6CDA01F64495}"/>
              </a:ext>
            </a:extLst>
          </p:cNvPr>
          <p:cNvSpPr/>
          <p:nvPr/>
        </p:nvSpPr>
        <p:spPr>
          <a:xfrm>
            <a:off x="645800" y="5736414"/>
            <a:ext cx="182880" cy="18288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B34A58-C305-CE06-C2A1-D36D519C63CF}"/>
              </a:ext>
            </a:extLst>
          </p:cNvPr>
          <p:cNvSpPr/>
          <p:nvPr/>
        </p:nvSpPr>
        <p:spPr>
          <a:xfrm>
            <a:off x="989392" y="5736414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3388A8B-FA01-9A3F-CAB7-76851E9A9A9D}"/>
              </a:ext>
            </a:extLst>
          </p:cNvPr>
          <p:cNvSpPr/>
          <p:nvPr/>
        </p:nvSpPr>
        <p:spPr>
          <a:xfrm>
            <a:off x="1332984" y="5965014"/>
            <a:ext cx="182880" cy="18288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00AF049-6D5A-C948-0202-386927ACA690}"/>
              </a:ext>
            </a:extLst>
          </p:cNvPr>
          <p:cNvSpPr/>
          <p:nvPr/>
        </p:nvSpPr>
        <p:spPr>
          <a:xfrm>
            <a:off x="1676576" y="5965014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743116B-1DD5-8FF0-7699-4A5728360865}"/>
              </a:ext>
            </a:extLst>
          </p:cNvPr>
          <p:cNvSpPr/>
          <p:nvPr/>
        </p:nvSpPr>
        <p:spPr>
          <a:xfrm>
            <a:off x="2020168" y="6193614"/>
            <a:ext cx="182880" cy="18288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C520C19-2F6D-1634-A269-4D1A0548B319}"/>
              </a:ext>
            </a:extLst>
          </p:cNvPr>
          <p:cNvSpPr/>
          <p:nvPr/>
        </p:nvSpPr>
        <p:spPr>
          <a:xfrm>
            <a:off x="2363760" y="6193614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5DC5620-3B10-F257-20D9-A5AF91B0D7D8}"/>
              </a:ext>
            </a:extLst>
          </p:cNvPr>
          <p:cNvSpPr/>
          <p:nvPr/>
        </p:nvSpPr>
        <p:spPr>
          <a:xfrm>
            <a:off x="1960866" y="6764948"/>
            <a:ext cx="182880" cy="18288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663991D-B0A7-752C-62C0-A172CEB06236}"/>
              </a:ext>
            </a:extLst>
          </p:cNvPr>
          <p:cNvSpPr/>
          <p:nvPr/>
        </p:nvSpPr>
        <p:spPr>
          <a:xfrm>
            <a:off x="2233028" y="6764948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0803B208-14F3-58CA-E4E4-7CFF0CF28C90}"/>
              </a:ext>
            </a:extLst>
          </p:cNvPr>
          <p:cNvSpPr/>
          <p:nvPr/>
        </p:nvSpPr>
        <p:spPr>
          <a:xfrm>
            <a:off x="5000557" y="5591634"/>
            <a:ext cx="182880" cy="18288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62280C7-EFE9-5130-47A5-F570D6269D0E}"/>
              </a:ext>
            </a:extLst>
          </p:cNvPr>
          <p:cNvSpPr/>
          <p:nvPr/>
        </p:nvSpPr>
        <p:spPr>
          <a:xfrm>
            <a:off x="5623435" y="5591634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264AD00-F01B-45AE-6B0C-425DA545FC8E}"/>
              </a:ext>
            </a:extLst>
          </p:cNvPr>
          <p:cNvSpPr/>
          <p:nvPr/>
        </p:nvSpPr>
        <p:spPr>
          <a:xfrm>
            <a:off x="5000557" y="5820234"/>
            <a:ext cx="182880" cy="18288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5BFC5C9-2A70-2DF4-72AF-D6C6F8A9FBB6}"/>
              </a:ext>
            </a:extLst>
          </p:cNvPr>
          <p:cNvSpPr/>
          <p:nvPr/>
        </p:nvSpPr>
        <p:spPr>
          <a:xfrm>
            <a:off x="5623435" y="5820234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C829C33-AC96-EB4D-44FE-26AD1E055BF6}"/>
              </a:ext>
            </a:extLst>
          </p:cNvPr>
          <p:cNvSpPr/>
          <p:nvPr/>
        </p:nvSpPr>
        <p:spPr>
          <a:xfrm>
            <a:off x="5000557" y="6048834"/>
            <a:ext cx="182880" cy="18288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0C5A5AC-9062-6547-FD48-4E1E6F1A2803}"/>
              </a:ext>
            </a:extLst>
          </p:cNvPr>
          <p:cNvSpPr/>
          <p:nvPr/>
        </p:nvSpPr>
        <p:spPr>
          <a:xfrm>
            <a:off x="5623435" y="6048834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4EC27EE-4748-67ED-8799-0908AF08E4AD}"/>
              </a:ext>
            </a:extLst>
          </p:cNvPr>
          <p:cNvSpPr/>
          <p:nvPr/>
        </p:nvSpPr>
        <p:spPr>
          <a:xfrm>
            <a:off x="5623435" y="6764948"/>
            <a:ext cx="182880" cy="18288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FE1516D-7C56-2038-69EF-1A9A00936F0F}"/>
              </a:ext>
            </a:extLst>
          </p:cNvPr>
          <p:cNvSpPr/>
          <p:nvPr/>
        </p:nvSpPr>
        <p:spPr>
          <a:xfrm>
            <a:off x="5895597" y="6764948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C45699E-9892-A8ED-27CD-E715F7369126}"/>
              </a:ext>
            </a:extLst>
          </p:cNvPr>
          <p:cNvCxnSpPr>
            <a:cxnSpLocks/>
            <a:stCxn id="13" idx="1"/>
            <a:endCxn id="19" idx="0"/>
          </p:cNvCxnSpPr>
          <p:nvPr/>
        </p:nvCxnSpPr>
        <p:spPr>
          <a:xfrm flipH="1">
            <a:off x="1905796" y="3888483"/>
            <a:ext cx="608804" cy="33886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F967C3F-E5C9-D1CB-FA92-4E581C9361C5}"/>
              </a:ext>
            </a:extLst>
          </p:cNvPr>
          <p:cNvCxnSpPr>
            <a:cxnSpLocks/>
            <a:stCxn id="13" idx="1"/>
          </p:cNvCxnSpPr>
          <p:nvPr/>
        </p:nvCxnSpPr>
        <p:spPr>
          <a:xfrm>
            <a:off x="2514600" y="3888483"/>
            <a:ext cx="63077" cy="340617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501086B-3598-1E51-2F6E-7101E8F7CF85}"/>
              </a:ext>
            </a:extLst>
          </p:cNvPr>
          <p:cNvCxnSpPr>
            <a:cxnSpLocks/>
            <a:stCxn id="47" idx="1"/>
            <a:endCxn id="60" idx="0"/>
          </p:cNvCxnSpPr>
          <p:nvPr/>
        </p:nvCxnSpPr>
        <p:spPr>
          <a:xfrm flipH="1">
            <a:off x="5502105" y="3888483"/>
            <a:ext cx="670095" cy="34061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36D9670-BE7D-6627-FE66-2EF9046A7C8F}"/>
              </a:ext>
            </a:extLst>
          </p:cNvPr>
          <p:cNvCxnSpPr>
            <a:cxnSpLocks/>
            <a:stCxn id="47" idx="1"/>
          </p:cNvCxnSpPr>
          <p:nvPr/>
        </p:nvCxnSpPr>
        <p:spPr>
          <a:xfrm flipH="1">
            <a:off x="6103620" y="3888483"/>
            <a:ext cx="68580" cy="340616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6C66E78-00DC-305E-0911-AE8D67F3D51B}"/>
                  </a:ext>
                </a:extLst>
              </p:cNvPr>
              <p:cNvSpPr txBox="1"/>
              <p:nvPr/>
            </p:nvSpPr>
            <p:spPr>
              <a:xfrm>
                <a:off x="5354458" y="2932584"/>
                <a:ext cx="28627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6C66E78-00DC-305E-0911-AE8D67F3D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458" y="2932584"/>
                <a:ext cx="286277" cy="2308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3C9E24-4101-85BC-7395-D4CF55039CA9}"/>
                  </a:ext>
                </a:extLst>
              </p:cNvPr>
              <p:cNvSpPr txBox="1"/>
              <p:nvPr/>
            </p:nvSpPr>
            <p:spPr>
              <a:xfrm>
                <a:off x="327421" y="5016786"/>
                <a:ext cx="819637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9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=1, 2, …</m:t>
                    </m:r>
                  </m:oMath>
                </a14:m>
                <a:r>
                  <a:rPr lang="en-US" sz="900" dirty="0">
                    <a:solidFill>
                      <a:schemeClr val="accent3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3C9E24-4101-85BC-7395-D4CF55039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1" y="5016786"/>
                <a:ext cx="819637" cy="138499"/>
              </a:xfrm>
              <a:prstGeom prst="rect">
                <a:avLst/>
              </a:prstGeom>
              <a:blipFill>
                <a:blip r:embed="rId15"/>
                <a:stretch>
                  <a:fillRect l="-5224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Arrow: Curved Right 19">
            <a:extLst>
              <a:ext uri="{FF2B5EF4-FFF2-40B4-BE49-F238E27FC236}">
                <a16:creationId xmlns:a16="http://schemas.microsoft.com/office/drawing/2014/main" id="{99DD2198-B23D-95D9-0DD1-FF458A9C8CB2}"/>
              </a:ext>
            </a:extLst>
          </p:cNvPr>
          <p:cNvSpPr/>
          <p:nvPr/>
        </p:nvSpPr>
        <p:spPr>
          <a:xfrm>
            <a:off x="38100" y="4778389"/>
            <a:ext cx="228600" cy="365760"/>
          </a:xfrm>
          <a:prstGeom prst="curvedRightArrow">
            <a:avLst>
              <a:gd name="adj1" fmla="val 16701"/>
              <a:gd name="adj2" fmla="val 50000"/>
              <a:gd name="adj3" fmla="val 25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4E25A22-CAF0-2760-677C-D331AB09DD3C}"/>
                  </a:ext>
                </a:extLst>
              </p:cNvPr>
              <p:cNvSpPr txBox="1"/>
              <p:nvPr/>
            </p:nvSpPr>
            <p:spPr>
              <a:xfrm>
                <a:off x="3968000" y="5016786"/>
                <a:ext cx="819637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9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=1, 2, …</m:t>
                    </m:r>
                  </m:oMath>
                </a14:m>
                <a:r>
                  <a:rPr lang="en-US" sz="900" dirty="0">
                    <a:solidFill>
                      <a:schemeClr val="accent3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4E25A22-CAF0-2760-677C-D331AB09D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000" y="5016786"/>
                <a:ext cx="819637" cy="138499"/>
              </a:xfrm>
              <a:prstGeom prst="rect">
                <a:avLst/>
              </a:prstGeom>
              <a:blipFill>
                <a:blip r:embed="rId15"/>
                <a:stretch>
                  <a:fillRect l="-5224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row: Curved Right 24">
            <a:extLst>
              <a:ext uri="{FF2B5EF4-FFF2-40B4-BE49-F238E27FC236}">
                <a16:creationId xmlns:a16="http://schemas.microsoft.com/office/drawing/2014/main" id="{EFE7FF25-D8D0-CF0B-3956-A92A4D8F0B10}"/>
              </a:ext>
            </a:extLst>
          </p:cNvPr>
          <p:cNvSpPr/>
          <p:nvPr/>
        </p:nvSpPr>
        <p:spPr>
          <a:xfrm>
            <a:off x="3678679" y="4778389"/>
            <a:ext cx="228600" cy="365760"/>
          </a:xfrm>
          <a:prstGeom prst="curvedRightArrow">
            <a:avLst>
              <a:gd name="adj1" fmla="val 16701"/>
              <a:gd name="adj2" fmla="val 50000"/>
              <a:gd name="adj3" fmla="val 25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661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CAE8D-FD86-6943-E255-D70EBCB73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554FBF0-F4F2-D01A-C25A-A1D178AEA93F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903288" y="3888483"/>
            <a:ext cx="1268912" cy="34061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F466B13-0B0A-24FB-FB64-2E3816CB09E8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5198269" y="3888483"/>
            <a:ext cx="973931" cy="34061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353130A-1729-FE16-56F7-16460679F051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5450681" y="3888483"/>
            <a:ext cx="721519" cy="34061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3ABAC24-E503-2D40-AD5F-9CE59679C039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6077484" y="3888483"/>
            <a:ext cx="94716" cy="332997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2D4328D-4C05-EEA1-15AF-2F556D56269A}"/>
              </a:ext>
            </a:extLst>
          </p:cNvPr>
          <p:cNvCxnSpPr>
            <a:cxnSpLocks/>
            <a:stCxn id="9" idx="1"/>
          </p:cNvCxnSpPr>
          <p:nvPr/>
        </p:nvCxnSpPr>
        <p:spPr>
          <a:xfrm>
            <a:off x="6172200" y="3888483"/>
            <a:ext cx="204788" cy="332997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00F4D8D-3A11-4E9D-178A-6654E0279632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5784788" y="3888483"/>
            <a:ext cx="387412" cy="332997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CA56C17-A189-06B0-216C-410E43AFCA33}"/>
              </a:ext>
            </a:extLst>
          </p:cNvPr>
          <p:cNvSpPr/>
          <p:nvPr/>
        </p:nvSpPr>
        <p:spPr>
          <a:xfrm>
            <a:off x="145282" y="3225800"/>
            <a:ext cx="2902718" cy="17272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1DD3937E-6B9F-80D2-129E-C5A4F71092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8360804"/>
                  </p:ext>
                </p:extLst>
              </p:nvPr>
            </p:nvGraphicFramePr>
            <p:xfrm>
              <a:off x="228600" y="5333015"/>
              <a:ext cx="2819400" cy="1280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2425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352425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352425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  <a:gridCol w="352425">
                      <a:extLst>
                        <a:ext uri="{9D8B030D-6E8A-4147-A177-3AD203B41FA5}">
                          <a16:colId xmlns:a16="http://schemas.microsoft.com/office/drawing/2014/main" val="1606229939"/>
                        </a:ext>
                      </a:extLst>
                    </a:gridCol>
                    <a:gridCol w="352425">
                      <a:extLst>
                        <a:ext uri="{9D8B030D-6E8A-4147-A177-3AD203B41FA5}">
                          <a16:colId xmlns:a16="http://schemas.microsoft.com/office/drawing/2014/main" val="1134903945"/>
                        </a:ext>
                      </a:extLst>
                    </a:gridCol>
                    <a:gridCol w="352425">
                      <a:extLst>
                        <a:ext uri="{9D8B030D-6E8A-4147-A177-3AD203B41FA5}">
                          <a16:colId xmlns:a16="http://schemas.microsoft.com/office/drawing/2014/main" val="2538178443"/>
                        </a:ext>
                      </a:extLst>
                    </a:gridCol>
                    <a:gridCol w="352425">
                      <a:extLst>
                        <a:ext uri="{9D8B030D-6E8A-4147-A177-3AD203B41FA5}">
                          <a16:colId xmlns:a16="http://schemas.microsoft.com/office/drawing/2014/main" val="2422567137"/>
                        </a:ext>
                      </a:extLst>
                    </a:gridCol>
                    <a:gridCol w="352425">
                      <a:extLst>
                        <a:ext uri="{9D8B030D-6E8A-4147-A177-3AD203B41FA5}">
                          <a16:colId xmlns:a16="http://schemas.microsoft.com/office/drawing/2014/main" val="387369932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77553588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8441848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079912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1DD3937E-6B9F-80D2-129E-C5A4F71092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8360804"/>
                  </p:ext>
                </p:extLst>
              </p:nvPr>
            </p:nvGraphicFramePr>
            <p:xfrm>
              <a:off x="228600" y="5333015"/>
              <a:ext cx="2819400" cy="1280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2425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352425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352425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  <a:gridCol w="352425">
                      <a:extLst>
                        <a:ext uri="{9D8B030D-6E8A-4147-A177-3AD203B41FA5}">
                          <a16:colId xmlns:a16="http://schemas.microsoft.com/office/drawing/2014/main" val="1606229939"/>
                        </a:ext>
                      </a:extLst>
                    </a:gridCol>
                    <a:gridCol w="352425">
                      <a:extLst>
                        <a:ext uri="{9D8B030D-6E8A-4147-A177-3AD203B41FA5}">
                          <a16:colId xmlns:a16="http://schemas.microsoft.com/office/drawing/2014/main" val="1134903945"/>
                        </a:ext>
                      </a:extLst>
                    </a:gridCol>
                    <a:gridCol w="352425">
                      <a:extLst>
                        <a:ext uri="{9D8B030D-6E8A-4147-A177-3AD203B41FA5}">
                          <a16:colId xmlns:a16="http://schemas.microsoft.com/office/drawing/2014/main" val="2538178443"/>
                        </a:ext>
                      </a:extLst>
                    </a:gridCol>
                    <a:gridCol w="352425">
                      <a:extLst>
                        <a:ext uri="{9D8B030D-6E8A-4147-A177-3AD203B41FA5}">
                          <a16:colId xmlns:a16="http://schemas.microsoft.com/office/drawing/2014/main" val="2422567137"/>
                        </a:ext>
                      </a:extLst>
                    </a:gridCol>
                    <a:gridCol w="352425">
                      <a:extLst>
                        <a:ext uri="{9D8B030D-6E8A-4147-A177-3AD203B41FA5}">
                          <a16:colId xmlns:a16="http://schemas.microsoft.com/office/drawing/2014/main" val="387369932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601724" b="-2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r="-501724" b="-2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r="-401724" b="-2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7018" r="-308772" b="-2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98276" r="-203448" b="-2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8276" r="-103448" b="-2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8276" r="-3448" b="-25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57895" r="-70172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157895" r="-60172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157895" r="-50172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57895" r="-70172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257895" r="-40172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7018" t="-257895" r="-30877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77553588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67568" r="-701724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98276" t="-367568" r="-203448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8276" t="-367568" r="-103448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8441848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55263" r="-701724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8276" t="-455263" r="-3448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79912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7F621E7-94BF-1AF3-62E9-22EE0AB054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6860480"/>
                  </p:ext>
                </p:extLst>
              </p:nvPr>
            </p:nvGraphicFramePr>
            <p:xfrm>
              <a:off x="596442" y="3474463"/>
              <a:ext cx="1209674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0558">
                      <a:extLst>
                        <a:ext uri="{9D8B030D-6E8A-4147-A177-3AD203B41FA5}">
                          <a16:colId xmlns:a16="http://schemas.microsoft.com/office/drawing/2014/main" val="1260562409"/>
                        </a:ext>
                      </a:extLst>
                    </a:gridCol>
                    <a:gridCol w="404558">
                      <a:extLst>
                        <a:ext uri="{9D8B030D-6E8A-4147-A177-3AD203B41FA5}">
                          <a16:colId xmlns:a16="http://schemas.microsoft.com/office/drawing/2014/main" val="927846181"/>
                        </a:ext>
                      </a:extLst>
                    </a:gridCol>
                    <a:gridCol w="404558">
                      <a:extLst>
                        <a:ext uri="{9D8B030D-6E8A-4147-A177-3AD203B41FA5}">
                          <a16:colId xmlns:a16="http://schemas.microsoft.com/office/drawing/2014/main" val="33526818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015793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7F621E7-94BF-1AF3-62E9-22EE0AB054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6860480"/>
                  </p:ext>
                </p:extLst>
              </p:nvPr>
            </p:nvGraphicFramePr>
            <p:xfrm>
              <a:off x="596442" y="3474463"/>
              <a:ext cx="1209674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0558">
                      <a:extLst>
                        <a:ext uri="{9D8B030D-6E8A-4147-A177-3AD203B41FA5}">
                          <a16:colId xmlns:a16="http://schemas.microsoft.com/office/drawing/2014/main" val="1260562409"/>
                        </a:ext>
                      </a:extLst>
                    </a:gridCol>
                    <a:gridCol w="404558">
                      <a:extLst>
                        <a:ext uri="{9D8B030D-6E8A-4147-A177-3AD203B41FA5}">
                          <a16:colId xmlns:a16="http://schemas.microsoft.com/office/drawing/2014/main" val="927846181"/>
                        </a:ext>
                      </a:extLst>
                    </a:gridCol>
                    <a:gridCol w="404558">
                      <a:extLst>
                        <a:ext uri="{9D8B030D-6E8A-4147-A177-3AD203B41FA5}">
                          <a16:colId xmlns:a16="http://schemas.microsoft.com/office/drawing/2014/main" val="33526818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15" t="-1613" r="-206061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1613" r="-102985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1613" r="-2985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15793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80A3986E-F9FF-3190-3464-39C7C9EFCCA2}"/>
              </a:ext>
            </a:extLst>
          </p:cNvPr>
          <p:cNvSpPr/>
          <p:nvPr/>
        </p:nvSpPr>
        <p:spPr>
          <a:xfrm>
            <a:off x="3809999" y="3225800"/>
            <a:ext cx="2895601" cy="17272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26BAA4B-6125-7937-28EA-7186F3B7C64A}"/>
                  </a:ext>
                </a:extLst>
              </p:cNvPr>
              <p:cNvSpPr txBox="1"/>
              <p:nvPr/>
            </p:nvSpPr>
            <p:spPr>
              <a:xfrm>
                <a:off x="988384" y="3293371"/>
                <a:ext cx="817732" cy="1624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sz="900" dirty="0"/>
                  <a:t>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9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9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9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9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b>
                          <m:sSubPr>
                            <m:ctrlP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9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9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26BAA4B-6125-7937-28EA-7186F3B7C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84" y="3293371"/>
                <a:ext cx="817732" cy="162417"/>
              </a:xfrm>
              <a:prstGeom prst="rect">
                <a:avLst/>
              </a:prstGeom>
              <a:blipFill>
                <a:blip r:embed="rId4"/>
                <a:stretch>
                  <a:fillRect l="-7463" t="-137037" r="-5970" b="-20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6">
                <a:extLst>
                  <a:ext uri="{FF2B5EF4-FFF2-40B4-BE49-F238E27FC236}">
                    <a16:creationId xmlns:a16="http://schemas.microsoft.com/office/drawing/2014/main" id="{3FDD2595-0160-BE93-B49F-8DF4AA873D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6785631"/>
                  </p:ext>
                </p:extLst>
              </p:nvPr>
            </p:nvGraphicFramePr>
            <p:xfrm>
              <a:off x="3886198" y="5331807"/>
              <a:ext cx="2743202" cy="128454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91886">
                      <a:extLst>
                        <a:ext uri="{9D8B030D-6E8A-4147-A177-3AD203B41FA5}">
                          <a16:colId xmlns:a16="http://schemas.microsoft.com/office/drawing/2014/main" val="178394583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175298901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807992507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2372554346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242689188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867586099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154374158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3416915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2537180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0265597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6088785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192796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6">
                <a:extLst>
                  <a:ext uri="{FF2B5EF4-FFF2-40B4-BE49-F238E27FC236}">
                    <a16:creationId xmlns:a16="http://schemas.microsoft.com/office/drawing/2014/main" id="{3FDD2595-0160-BE93-B49F-8DF4AA873D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6785631"/>
                  </p:ext>
                </p:extLst>
              </p:nvPr>
            </p:nvGraphicFramePr>
            <p:xfrm>
              <a:off x="3886198" y="5331807"/>
              <a:ext cx="2743202" cy="128454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91886">
                      <a:extLst>
                        <a:ext uri="{9D8B030D-6E8A-4147-A177-3AD203B41FA5}">
                          <a16:colId xmlns:a16="http://schemas.microsoft.com/office/drawing/2014/main" val="178394583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175298901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807992507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2372554346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242689188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867586099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1543741586"/>
                        </a:ext>
                      </a:extLst>
                    </a:gridCol>
                  </a:tblGrid>
                  <a:tr h="370143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8462" r="-496923" b="-2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1563" r="-404688" b="-2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96923" r="-298462" b="-2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3125" r="-203125" b="-2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95385" r="-100000" b="-2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04688" r="-1563" b="-2491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16915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60526" r="-60625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8462" t="-160526" r="-49692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1563" t="-160526" r="-40468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96923" t="-160526" r="-29846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3125" t="-160526" r="-20312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95385" t="-160526" r="-1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04688" t="-160526" r="-1563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537180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260526" r="-6062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8462" t="-260526" r="-49692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1563" t="-260526" r="-40468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96923" t="-260526" r="-29846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3125" t="-260526" r="-2031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95385" t="-260526" r="-1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04688" t="-260526" r="-156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265597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370270" r="-606250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8462" t="-370270" r="-496923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1563" t="-370270" r="-404688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96923" t="-370270" r="-298462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3125" t="-370270" r="-203125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95385" t="-370270" r="-100000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04688" t="-370270" r="-1563" b="-1054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88785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457895" r="-60625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1563" t="-457895" r="-404688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95385" t="-457895" r="-10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192796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B310F03-F323-FBD2-6500-EECD2DF577DB}"/>
                  </a:ext>
                </a:extLst>
              </p:cNvPr>
              <p:cNvSpPr txBox="1"/>
              <p:nvPr/>
            </p:nvSpPr>
            <p:spPr>
              <a:xfrm>
                <a:off x="4355596" y="6705599"/>
                <a:ext cx="1804405" cy="2417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ICC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Cor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B310F03-F323-FBD2-6500-EECD2DF57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596" y="6705599"/>
                <a:ext cx="1804405" cy="241733"/>
              </a:xfrm>
              <a:prstGeom prst="rect">
                <a:avLst/>
              </a:prstGeom>
              <a:blipFill>
                <a:blip r:embed="rId6"/>
                <a:stretch>
                  <a:fillRect l="-2034" r="-339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A7172CB-AF56-6FF7-00A1-68C28D9B5157}"/>
                  </a:ext>
                </a:extLst>
              </p:cNvPr>
              <p:cNvSpPr txBox="1"/>
              <p:nvPr/>
            </p:nvSpPr>
            <p:spPr>
              <a:xfrm>
                <a:off x="705036" y="6705600"/>
                <a:ext cx="1801070" cy="2417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ICC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Cor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A7172CB-AF56-6FF7-00A1-68C28D9B5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036" y="6705600"/>
                <a:ext cx="1801070" cy="241733"/>
              </a:xfrm>
              <a:prstGeom prst="rect">
                <a:avLst/>
              </a:prstGeom>
              <a:blipFill>
                <a:blip r:embed="rId7"/>
                <a:stretch>
                  <a:fillRect l="-2034" r="-305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loud 2">
                <a:extLst>
                  <a:ext uri="{FF2B5EF4-FFF2-40B4-BE49-F238E27FC236}">
                    <a16:creationId xmlns:a16="http://schemas.microsoft.com/office/drawing/2014/main" id="{1946A01F-63F9-37E4-6D9C-19F57743AE59}"/>
                  </a:ext>
                </a:extLst>
              </p:cNvPr>
              <p:cNvSpPr/>
              <p:nvPr/>
            </p:nvSpPr>
            <p:spPr>
              <a:xfrm rot="16200000">
                <a:off x="0" y="4191000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𝒮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loud 2">
                <a:extLst>
                  <a:ext uri="{FF2B5EF4-FFF2-40B4-BE49-F238E27FC236}">
                    <a16:creationId xmlns:a16="http://schemas.microsoft.com/office/drawing/2014/main" id="{1946A01F-63F9-37E4-6D9C-19F57743AE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0" y="4191000"/>
                <a:ext cx="914400" cy="457200"/>
              </a:xfrm>
              <a:prstGeom prst="cloud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CD3D6DB-EE9C-079B-A153-6D1F80F52F54}"/>
              </a:ext>
            </a:extLst>
          </p:cNvPr>
          <p:cNvCxnSpPr>
            <a:cxnSpLocks/>
            <a:stCxn id="3" idx="1"/>
          </p:cNvCxnSpPr>
          <p:nvPr/>
        </p:nvCxnSpPr>
        <p:spPr>
          <a:xfrm>
            <a:off x="685313" y="4419600"/>
            <a:ext cx="387899" cy="15875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loud 4">
                <a:extLst>
                  <a:ext uri="{FF2B5EF4-FFF2-40B4-BE49-F238E27FC236}">
                    <a16:creationId xmlns:a16="http://schemas.microsoft.com/office/drawing/2014/main" id="{E9809EA5-5B97-4AD2-73CA-9A09807D3882}"/>
                  </a:ext>
                </a:extLst>
              </p:cNvPr>
              <p:cNvSpPr/>
              <p:nvPr/>
            </p:nvSpPr>
            <p:spPr>
              <a:xfrm rot="16200000">
                <a:off x="3657600" y="4189627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𝒮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loud 4">
                <a:extLst>
                  <a:ext uri="{FF2B5EF4-FFF2-40B4-BE49-F238E27FC236}">
                    <a16:creationId xmlns:a16="http://schemas.microsoft.com/office/drawing/2014/main" id="{E9809EA5-5B97-4AD2-73CA-9A09807D3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657600" y="4189627"/>
                <a:ext cx="914400" cy="457200"/>
              </a:xfrm>
              <a:prstGeom prst="cloud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A78AA6B-8717-1753-BCA4-F0375E29571E}"/>
              </a:ext>
            </a:extLst>
          </p:cNvPr>
          <p:cNvCxnSpPr>
            <a:cxnSpLocks/>
            <a:stCxn id="5" idx="1"/>
          </p:cNvCxnSpPr>
          <p:nvPr/>
        </p:nvCxnSpPr>
        <p:spPr>
          <a:xfrm>
            <a:off x="4342913" y="4418227"/>
            <a:ext cx="121636" cy="27984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C6EFE735-ED6B-DCD2-87C7-684358769A8D}"/>
                  </a:ext>
                </a:extLst>
              </p:cNvPr>
              <p:cNvSpPr/>
              <p:nvPr/>
            </p:nvSpPr>
            <p:spPr>
              <a:xfrm>
                <a:off x="2057400" y="3431770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ℰ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C6EFE735-ED6B-DCD2-87C7-684358769A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3431770"/>
                <a:ext cx="914400" cy="457200"/>
              </a:xfrm>
              <a:prstGeom prst="cloud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loud 8">
                <a:extLst>
                  <a:ext uri="{FF2B5EF4-FFF2-40B4-BE49-F238E27FC236}">
                    <a16:creationId xmlns:a16="http://schemas.microsoft.com/office/drawing/2014/main" id="{75479C03-57A7-8D37-3A43-2A317389CA61}"/>
                  </a:ext>
                </a:extLst>
              </p:cNvPr>
              <p:cNvSpPr/>
              <p:nvPr/>
            </p:nvSpPr>
            <p:spPr>
              <a:xfrm>
                <a:off x="5715000" y="3431770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ℰ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Cloud 8">
                <a:extLst>
                  <a:ext uri="{FF2B5EF4-FFF2-40B4-BE49-F238E27FC236}">
                    <a16:creationId xmlns:a16="http://schemas.microsoft.com/office/drawing/2014/main" id="{75479C03-57A7-8D37-3A43-2A317389CA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31770"/>
                <a:ext cx="914400" cy="457200"/>
              </a:xfrm>
              <a:prstGeom prst="cloud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Table 36">
                <a:extLst>
                  <a:ext uri="{FF2B5EF4-FFF2-40B4-BE49-F238E27FC236}">
                    <a16:creationId xmlns:a16="http://schemas.microsoft.com/office/drawing/2014/main" id="{61DDA4D3-7E31-3A4D-B02D-2EEABEC19C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8533093"/>
                  </p:ext>
                </p:extLst>
              </p:nvPr>
            </p:nvGraphicFramePr>
            <p:xfrm>
              <a:off x="4298451" y="3458552"/>
              <a:ext cx="1209674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0558">
                      <a:extLst>
                        <a:ext uri="{9D8B030D-6E8A-4147-A177-3AD203B41FA5}">
                          <a16:colId xmlns:a16="http://schemas.microsoft.com/office/drawing/2014/main" val="1260562409"/>
                        </a:ext>
                      </a:extLst>
                    </a:gridCol>
                    <a:gridCol w="404558">
                      <a:extLst>
                        <a:ext uri="{9D8B030D-6E8A-4147-A177-3AD203B41FA5}">
                          <a16:colId xmlns:a16="http://schemas.microsoft.com/office/drawing/2014/main" val="927846181"/>
                        </a:ext>
                      </a:extLst>
                    </a:gridCol>
                    <a:gridCol w="404558">
                      <a:extLst>
                        <a:ext uri="{9D8B030D-6E8A-4147-A177-3AD203B41FA5}">
                          <a16:colId xmlns:a16="http://schemas.microsoft.com/office/drawing/2014/main" val="33526818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015793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Table 36">
                <a:extLst>
                  <a:ext uri="{FF2B5EF4-FFF2-40B4-BE49-F238E27FC236}">
                    <a16:creationId xmlns:a16="http://schemas.microsoft.com/office/drawing/2014/main" id="{61DDA4D3-7E31-3A4D-B02D-2EEABEC19C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8533093"/>
                  </p:ext>
                </p:extLst>
              </p:nvPr>
            </p:nvGraphicFramePr>
            <p:xfrm>
              <a:off x="4298451" y="3458552"/>
              <a:ext cx="1209674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0558">
                      <a:extLst>
                        <a:ext uri="{9D8B030D-6E8A-4147-A177-3AD203B41FA5}">
                          <a16:colId xmlns:a16="http://schemas.microsoft.com/office/drawing/2014/main" val="1260562409"/>
                        </a:ext>
                      </a:extLst>
                    </a:gridCol>
                    <a:gridCol w="404558">
                      <a:extLst>
                        <a:ext uri="{9D8B030D-6E8A-4147-A177-3AD203B41FA5}">
                          <a16:colId xmlns:a16="http://schemas.microsoft.com/office/drawing/2014/main" val="927846181"/>
                        </a:ext>
                      </a:extLst>
                    </a:gridCol>
                    <a:gridCol w="404558">
                      <a:extLst>
                        <a:ext uri="{9D8B030D-6E8A-4147-A177-3AD203B41FA5}">
                          <a16:colId xmlns:a16="http://schemas.microsoft.com/office/drawing/2014/main" val="33526818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515" t="-1613" r="-204545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01515" t="-1613" r="-104545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98507" t="-1613" r="-2985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15793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7CFB6E3-DBCD-4EB6-B516-348130F7FA0C}"/>
                  </a:ext>
                </a:extLst>
              </p:cNvPr>
              <p:cNvSpPr txBox="1"/>
              <p:nvPr/>
            </p:nvSpPr>
            <p:spPr>
              <a:xfrm>
                <a:off x="4611002" y="3271591"/>
                <a:ext cx="897123" cy="1624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sz="900" dirty="0"/>
                  <a:t>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9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9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9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9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b>
                          <m:sSubPr>
                            <m:ctrlP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9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9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7CFB6E3-DBCD-4EB6-B516-348130F7F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002" y="3271591"/>
                <a:ext cx="897123" cy="162417"/>
              </a:xfrm>
              <a:prstGeom prst="rect">
                <a:avLst/>
              </a:prstGeom>
              <a:blipFill>
                <a:blip r:embed="rId12"/>
                <a:stretch>
                  <a:fillRect t="-146154" r="-4730" b="-2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44513CBC-1F84-3BFB-FC49-33D5BCFC8DA7}"/>
              </a:ext>
            </a:extLst>
          </p:cNvPr>
          <p:cNvSpPr/>
          <p:nvPr/>
        </p:nvSpPr>
        <p:spPr>
          <a:xfrm>
            <a:off x="655325" y="5722220"/>
            <a:ext cx="182880" cy="18288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C6137FE-16EE-CCF2-36F0-A6CFFBBA15B5}"/>
              </a:ext>
            </a:extLst>
          </p:cNvPr>
          <p:cNvSpPr/>
          <p:nvPr/>
        </p:nvSpPr>
        <p:spPr>
          <a:xfrm>
            <a:off x="1008442" y="5722220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23E1F94-11D8-FBCD-1B62-9FCF548EE0B2}"/>
              </a:ext>
            </a:extLst>
          </p:cNvPr>
          <p:cNvSpPr/>
          <p:nvPr/>
        </p:nvSpPr>
        <p:spPr>
          <a:xfrm>
            <a:off x="1361559" y="5950820"/>
            <a:ext cx="182880" cy="18288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73890DE-A398-0E23-7947-18909E451489}"/>
              </a:ext>
            </a:extLst>
          </p:cNvPr>
          <p:cNvSpPr/>
          <p:nvPr/>
        </p:nvSpPr>
        <p:spPr>
          <a:xfrm>
            <a:off x="1714676" y="5950820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1A2261A-3764-8A8D-E5A1-62BB12E01CDF}"/>
              </a:ext>
            </a:extLst>
          </p:cNvPr>
          <p:cNvSpPr/>
          <p:nvPr/>
        </p:nvSpPr>
        <p:spPr>
          <a:xfrm>
            <a:off x="2067793" y="6179420"/>
            <a:ext cx="182880" cy="18288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DD96A86-9CBA-5CB9-8CA8-BB7706D7A5EF}"/>
              </a:ext>
            </a:extLst>
          </p:cNvPr>
          <p:cNvSpPr/>
          <p:nvPr/>
        </p:nvSpPr>
        <p:spPr>
          <a:xfrm>
            <a:off x="2420910" y="6179420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DBD1551-89CD-CE78-12FE-BD9B6029F4C5}"/>
              </a:ext>
            </a:extLst>
          </p:cNvPr>
          <p:cNvSpPr/>
          <p:nvPr/>
        </p:nvSpPr>
        <p:spPr>
          <a:xfrm>
            <a:off x="1976686" y="6764452"/>
            <a:ext cx="182880" cy="18288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D4A9597-D32D-ECE3-F8AE-DEB1E3259B6C}"/>
              </a:ext>
            </a:extLst>
          </p:cNvPr>
          <p:cNvSpPr/>
          <p:nvPr/>
        </p:nvSpPr>
        <p:spPr>
          <a:xfrm>
            <a:off x="2248848" y="6764452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FC9A462-CF64-D9F9-D2EC-B55EB7BA5657}"/>
              </a:ext>
            </a:extLst>
          </p:cNvPr>
          <p:cNvSpPr/>
          <p:nvPr/>
        </p:nvSpPr>
        <p:spPr>
          <a:xfrm>
            <a:off x="4342912" y="5746085"/>
            <a:ext cx="1044428" cy="13289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36D5DDED-6EDE-68B5-6171-89E202DC4C93}"/>
              </a:ext>
            </a:extLst>
          </p:cNvPr>
          <p:cNvSpPr/>
          <p:nvPr/>
        </p:nvSpPr>
        <p:spPr>
          <a:xfrm>
            <a:off x="5523602" y="5746085"/>
            <a:ext cx="1044428" cy="13289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2B9BA0E4-8052-5129-9C0B-944D39F4F0B4}"/>
              </a:ext>
            </a:extLst>
          </p:cNvPr>
          <p:cNvSpPr/>
          <p:nvPr/>
        </p:nvSpPr>
        <p:spPr>
          <a:xfrm>
            <a:off x="5620028" y="6789902"/>
            <a:ext cx="201168" cy="13289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9AC5AA24-B645-7328-D582-8C489C36A1E1}"/>
              </a:ext>
            </a:extLst>
          </p:cNvPr>
          <p:cNvSpPr/>
          <p:nvPr/>
        </p:nvSpPr>
        <p:spPr>
          <a:xfrm>
            <a:off x="5876316" y="6789902"/>
            <a:ext cx="201168" cy="13289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52B28F84-58DB-9482-6F19-20E6DE7DF2B5}"/>
              </a:ext>
            </a:extLst>
          </p:cNvPr>
          <p:cNvSpPr/>
          <p:nvPr/>
        </p:nvSpPr>
        <p:spPr>
          <a:xfrm>
            <a:off x="4342912" y="5975247"/>
            <a:ext cx="1044428" cy="13289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D36EFAC-6DA2-94D2-D53E-44E42DC6CCCA}"/>
              </a:ext>
            </a:extLst>
          </p:cNvPr>
          <p:cNvSpPr/>
          <p:nvPr/>
        </p:nvSpPr>
        <p:spPr>
          <a:xfrm>
            <a:off x="5523602" y="5973095"/>
            <a:ext cx="1044428" cy="13289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15781E74-4283-9AC4-E72D-7C10A06C1E96}"/>
              </a:ext>
            </a:extLst>
          </p:cNvPr>
          <p:cNvSpPr/>
          <p:nvPr/>
        </p:nvSpPr>
        <p:spPr>
          <a:xfrm>
            <a:off x="4342912" y="6204410"/>
            <a:ext cx="1044428" cy="13289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04C0850C-4F5B-963D-7648-3A6C073E27FE}"/>
              </a:ext>
            </a:extLst>
          </p:cNvPr>
          <p:cNvSpPr/>
          <p:nvPr/>
        </p:nvSpPr>
        <p:spPr>
          <a:xfrm>
            <a:off x="5523602" y="6204410"/>
            <a:ext cx="1044428" cy="13289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30CD8EF-BAB6-9FC5-2289-7A7472929954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1806116" y="3888483"/>
            <a:ext cx="708484" cy="64541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F6C6277-DEA0-840A-903E-ADCCC7656CBA}"/>
              </a:ext>
            </a:extLst>
          </p:cNvPr>
          <p:cNvCxnSpPr>
            <a:cxnSpLocks/>
          </p:cNvCxnSpPr>
          <p:nvPr/>
        </p:nvCxnSpPr>
        <p:spPr>
          <a:xfrm flipH="1">
            <a:off x="2420910" y="3888483"/>
            <a:ext cx="93690" cy="689867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4F7D41E-EA7C-6829-D2F9-9B2A5240948C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1201279" y="3845303"/>
            <a:ext cx="964756" cy="383797"/>
          </a:xfrm>
          <a:prstGeom prst="straightConnector1">
            <a:avLst/>
          </a:prstGeom>
          <a:ln>
            <a:solidFill>
              <a:schemeClr val="accent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91C410E0-FFDE-E398-3F37-63B72D4775AE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1201279" y="3845303"/>
            <a:ext cx="299379" cy="38379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3" name="Table 102">
                <a:extLst>
                  <a:ext uri="{FF2B5EF4-FFF2-40B4-BE49-F238E27FC236}">
                    <a16:creationId xmlns:a16="http://schemas.microsoft.com/office/drawing/2014/main" id="{69E2326B-8E4C-349D-54E6-00B63B4D49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427348"/>
                  </p:ext>
                </p:extLst>
              </p:nvPr>
            </p:nvGraphicFramePr>
            <p:xfrm>
              <a:off x="1073212" y="4227345"/>
              <a:ext cx="1578356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0482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613664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3" name="Table 102">
                <a:extLst>
                  <a:ext uri="{FF2B5EF4-FFF2-40B4-BE49-F238E27FC236}">
                    <a16:creationId xmlns:a16="http://schemas.microsoft.com/office/drawing/2014/main" id="{69E2326B-8E4C-349D-54E6-00B63B4D49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427348"/>
                  </p:ext>
                </p:extLst>
              </p:nvPr>
            </p:nvGraphicFramePr>
            <p:xfrm>
              <a:off x="1073212" y="4227345"/>
              <a:ext cx="1578356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0482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613664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48515" r="-109901" b="-1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137615" r="-1835" b="-10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noFill/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t="-100000" r="-432653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48515" t="-100000" r="-109901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137615" t="-100000" r="-1835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94CCFE-0F66-D14A-3021-FF36360D7D4A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903288" y="3829392"/>
            <a:ext cx="0" cy="39970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C60A50-5E54-6868-4559-AFA1E4D8AAE3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903288" y="3829392"/>
            <a:ext cx="294981" cy="39970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83944B3-E5FF-24E2-C707-B7E864833CC4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903288" y="3829392"/>
            <a:ext cx="547393" cy="39970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7B0AB28-08AD-6F4D-371C-A7E803EEB9A8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903288" y="3829392"/>
            <a:ext cx="881500" cy="392088"/>
          </a:xfrm>
          <a:prstGeom prst="straightConnector1">
            <a:avLst/>
          </a:prstGeom>
          <a:ln>
            <a:solidFill>
              <a:schemeClr val="accent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20B6140-EF04-786C-4D6D-EA97EFA3954A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903288" y="3829392"/>
            <a:ext cx="1174196" cy="392088"/>
          </a:xfrm>
          <a:prstGeom prst="straightConnector1">
            <a:avLst/>
          </a:prstGeom>
          <a:ln>
            <a:solidFill>
              <a:schemeClr val="accent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002DF9C-ED1E-DD88-63E9-E35590591FE6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903288" y="3829392"/>
            <a:ext cx="1473700" cy="392088"/>
          </a:xfrm>
          <a:prstGeom prst="straightConnector1">
            <a:avLst/>
          </a:prstGeom>
          <a:ln>
            <a:solidFill>
              <a:schemeClr val="accent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Table 42">
                <a:extLst>
                  <a:ext uri="{FF2B5EF4-FFF2-40B4-BE49-F238E27FC236}">
                    <a16:creationId xmlns:a16="http://schemas.microsoft.com/office/drawing/2014/main" id="{D8482E6E-E5F2-DF88-30F4-7497A82C68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3593175"/>
                  </p:ext>
                </p:extLst>
              </p:nvPr>
            </p:nvGraphicFramePr>
            <p:xfrm>
              <a:off x="4505830" y="4221480"/>
              <a:ext cx="2123571" cy="5937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0757">
                      <a:extLst>
                        <a:ext uri="{9D8B030D-6E8A-4147-A177-3AD203B41FA5}">
                          <a16:colId xmlns:a16="http://schemas.microsoft.com/office/drawing/2014/main" val="4159246371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930417824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1115114141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243835259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1996244867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771987908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787320239"/>
                        </a:ext>
                      </a:extLst>
                    </a:gridCol>
                  </a:tblGrid>
                  <a:tr h="208598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75780642"/>
                      </a:ext>
                    </a:extLst>
                  </a:tr>
                  <a:tr h="21895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840909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" name="Table 42">
                <a:extLst>
                  <a:ext uri="{FF2B5EF4-FFF2-40B4-BE49-F238E27FC236}">
                    <a16:creationId xmlns:a16="http://schemas.microsoft.com/office/drawing/2014/main" id="{D8482E6E-E5F2-DF88-30F4-7497A82C68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3593175"/>
                  </p:ext>
                </p:extLst>
              </p:nvPr>
            </p:nvGraphicFramePr>
            <p:xfrm>
              <a:off x="4505830" y="4221480"/>
              <a:ext cx="2123571" cy="5937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0757">
                      <a:extLst>
                        <a:ext uri="{9D8B030D-6E8A-4147-A177-3AD203B41FA5}">
                          <a16:colId xmlns:a16="http://schemas.microsoft.com/office/drawing/2014/main" val="4159246371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930417824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1115114141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243835259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1996244867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771987908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787320239"/>
                        </a:ext>
                      </a:extLst>
                    </a:gridCol>
                  </a:tblGrid>
                  <a:tr h="370143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96000" r="-504000" b="-622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196000" r="-404000" b="-622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296000" r="-304000" b="-622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388235" r="-198039" b="-622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498000" r="-102000" b="-622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598000" r="-2000" b="-622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5780642"/>
                      </a:ext>
                    </a:extLst>
                  </a:tr>
                  <a:tr h="2235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t="-164865" r="-629167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96000" t="-164865" r="-50400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196000" t="-164865" r="-40400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296000" t="-164865" r="-30400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388235" t="-164865" r="-198039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498000" t="-164865" r="-10200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598000" t="-164865" r="-2000" b="-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40909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0C19CA2-F09E-BE78-E26D-F9AFB66C0947}"/>
                  </a:ext>
                </a:extLst>
              </p:cNvPr>
              <p:cNvSpPr txBox="1"/>
              <p:nvPr/>
            </p:nvSpPr>
            <p:spPr>
              <a:xfrm>
                <a:off x="327421" y="5016786"/>
                <a:ext cx="819637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9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=1, 2, …</m:t>
                    </m:r>
                  </m:oMath>
                </a14:m>
                <a:r>
                  <a:rPr lang="en-US" sz="900" dirty="0">
                    <a:solidFill>
                      <a:schemeClr val="accent3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0C19CA2-F09E-BE78-E26D-F9AFB66C0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1" y="5016786"/>
                <a:ext cx="819637" cy="138499"/>
              </a:xfrm>
              <a:prstGeom prst="rect">
                <a:avLst/>
              </a:prstGeom>
              <a:blipFill>
                <a:blip r:embed="rId15"/>
                <a:stretch>
                  <a:fillRect l="-5224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Arrow: Curved Right 91">
            <a:extLst>
              <a:ext uri="{FF2B5EF4-FFF2-40B4-BE49-F238E27FC236}">
                <a16:creationId xmlns:a16="http://schemas.microsoft.com/office/drawing/2014/main" id="{4F2776A4-1578-012C-C890-CDBABF139C25}"/>
              </a:ext>
            </a:extLst>
          </p:cNvPr>
          <p:cNvSpPr/>
          <p:nvPr/>
        </p:nvSpPr>
        <p:spPr>
          <a:xfrm>
            <a:off x="38100" y="4778389"/>
            <a:ext cx="228600" cy="365760"/>
          </a:xfrm>
          <a:prstGeom prst="curvedRightArrow">
            <a:avLst>
              <a:gd name="adj1" fmla="val 16701"/>
              <a:gd name="adj2" fmla="val 50000"/>
              <a:gd name="adj3" fmla="val 25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22D3393-A883-89E4-D1E3-7B3C68E2AAB5}"/>
                  </a:ext>
                </a:extLst>
              </p:cNvPr>
              <p:cNvSpPr txBox="1"/>
              <p:nvPr/>
            </p:nvSpPr>
            <p:spPr>
              <a:xfrm>
                <a:off x="3968000" y="5016786"/>
                <a:ext cx="819637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9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=1, 2, …</m:t>
                    </m:r>
                  </m:oMath>
                </a14:m>
                <a:r>
                  <a:rPr lang="en-US" sz="900" dirty="0">
                    <a:solidFill>
                      <a:schemeClr val="accent3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22D3393-A883-89E4-D1E3-7B3C68E2A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000" y="5016786"/>
                <a:ext cx="819637" cy="138499"/>
              </a:xfrm>
              <a:prstGeom prst="rect">
                <a:avLst/>
              </a:prstGeom>
              <a:blipFill>
                <a:blip r:embed="rId15"/>
                <a:stretch>
                  <a:fillRect l="-5224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Arrow: Curved Right 93">
            <a:extLst>
              <a:ext uri="{FF2B5EF4-FFF2-40B4-BE49-F238E27FC236}">
                <a16:creationId xmlns:a16="http://schemas.microsoft.com/office/drawing/2014/main" id="{1DFD39E7-013D-726C-D22B-06FB694BFAC1}"/>
              </a:ext>
            </a:extLst>
          </p:cNvPr>
          <p:cNvSpPr/>
          <p:nvPr/>
        </p:nvSpPr>
        <p:spPr>
          <a:xfrm>
            <a:off x="3678679" y="4778389"/>
            <a:ext cx="228600" cy="365760"/>
          </a:xfrm>
          <a:prstGeom prst="curvedRightArrow">
            <a:avLst>
              <a:gd name="adj1" fmla="val 16701"/>
              <a:gd name="adj2" fmla="val 50000"/>
              <a:gd name="adj3" fmla="val 25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65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68B05-AD0C-C8D1-B8C0-C6BAC54E0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EA19294A-9725-67FC-CD88-48F7ABB138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1926497"/>
                  </p:ext>
                </p:extLst>
              </p:nvPr>
            </p:nvGraphicFramePr>
            <p:xfrm>
              <a:off x="1203539" y="4229100"/>
              <a:ext cx="1403985" cy="42755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0482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550418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553085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</a:tblGrid>
                  <a:tr h="208598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1895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EA19294A-9725-67FC-CD88-48F7ABB138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1926497"/>
                  </p:ext>
                </p:extLst>
              </p:nvPr>
            </p:nvGraphicFramePr>
            <p:xfrm>
              <a:off x="1203539" y="4229100"/>
              <a:ext cx="1403985" cy="42755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0482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550418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553085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</a:tblGrid>
                  <a:tr h="208598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3846" r="-101099" b="-1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53846" r="-1099" b="-1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189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97222" r="-373469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3846" t="-97222" r="-101099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53846" t="-97222" r="-1099" b="-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12635B63-7A80-3B23-05D7-869DEB8306FA}"/>
              </a:ext>
            </a:extLst>
          </p:cNvPr>
          <p:cNvSpPr/>
          <p:nvPr/>
        </p:nvSpPr>
        <p:spPr>
          <a:xfrm>
            <a:off x="164387" y="3357186"/>
            <a:ext cx="2890605" cy="160440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C1EAE3-19CD-14D2-69CC-FBC76C399B82}"/>
              </a:ext>
            </a:extLst>
          </p:cNvPr>
          <p:cNvSpPr/>
          <p:nvPr/>
        </p:nvSpPr>
        <p:spPr>
          <a:xfrm>
            <a:off x="3810000" y="3348599"/>
            <a:ext cx="2895600" cy="160440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Table 36">
                <a:extLst>
                  <a:ext uri="{FF2B5EF4-FFF2-40B4-BE49-F238E27FC236}">
                    <a16:creationId xmlns:a16="http://schemas.microsoft.com/office/drawing/2014/main" id="{439212AE-4F47-E2B4-75D2-E1F7E2458C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6051016"/>
                  </p:ext>
                </p:extLst>
              </p:nvPr>
            </p:nvGraphicFramePr>
            <p:xfrm>
              <a:off x="4505829" y="4226508"/>
              <a:ext cx="2123571" cy="5937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0757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1126003434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3788384596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1964700711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7213467"/>
                        </a:ext>
                      </a:extLst>
                    </a:gridCol>
                  </a:tblGrid>
                  <a:tr h="208598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1895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Table 36">
                <a:extLst>
                  <a:ext uri="{FF2B5EF4-FFF2-40B4-BE49-F238E27FC236}">
                    <a16:creationId xmlns:a16="http://schemas.microsoft.com/office/drawing/2014/main" id="{439212AE-4F47-E2B4-75D2-E1F7E2458C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6051016"/>
                  </p:ext>
                </p:extLst>
              </p:nvPr>
            </p:nvGraphicFramePr>
            <p:xfrm>
              <a:off x="4505829" y="4226508"/>
              <a:ext cx="2123571" cy="5937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0757">
                      <a:extLst>
                        <a:ext uri="{9D8B030D-6E8A-4147-A177-3AD203B41FA5}">
                          <a16:colId xmlns:a16="http://schemas.microsoft.com/office/drawing/2014/main" val="2651068413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1846140204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3507201994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1126003434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3788384596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1964700711"/>
                        </a:ext>
                      </a:extLst>
                    </a:gridCol>
                    <a:gridCol w="305469">
                      <a:extLst>
                        <a:ext uri="{9D8B030D-6E8A-4147-A177-3AD203B41FA5}">
                          <a16:colId xmlns:a16="http://schemas.microsoft.com/office/drawing/2014/main" val="7213467"/>
                        </a:ext>
                      </a:extLst>
                    </a:gridCol>
                  </a:tblGrid>
                  <a:tr h="370143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6000" r="-504000" b="-622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000" r="-404000" b="-622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6000" r="-304000" b="-622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88235" r="-198039" b="-622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000" r="-102000" b="-622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98000" r="-2000" b="-622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8695426"/>
                      </a:ext>
                    </a:extLst>
                  </a:tr>
                  <a:tr h="2235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64865" r="-629167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6000" t="-164865" r="-50400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6000" t="-164865" r="-40400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6000" t="-164865" r="-30400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88235" t="-164865" r="-198039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000" t="-164865" r="-10200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98000" t="-164865" r="-2000" b="-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6248646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4368367C-F111-3BDF-1E81-9695B65EC241}"/>
              </a:ext>
            </a:extLst>
          </p:cNvPr>
          <p:cNvCxnSpPr>
            <a:cxnSpLocks/>
            <a:stCxn id="111" idx="2"/>
          </p:cNvCxnSpPr>
          <p:nvPr/>
        </p:nvCxnSpPr>
        <p:spPr>
          <a:xfrm rot="16200000" flipH="1">
            <a:off x="895924" y="3524821"/>
            <a:ext cx="1141067" cy="267490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B555E6FE-EDD0-1949-FD3C-96DEACB55C8A}"/>
              </a:ext>
            </a:extLst>
          </p:cNvPr>
          <p:cNvCxnSpPr>
            <a:cxnSpLocks/>
            <a:stCxn id="112" idx="2"/>
          </p:cNvCxnSpPr>
          <p:nvPr/>
        </p:nvCxnSpPr>
        <p:spPr>
          <a:xfrm rot="16200000" flipH="1">
            <a:off x="1424342" y="3498901"/>
            <a:ext cx="1141067" cy="319329"/>
          </a:xfrm>
          <a:prstGeom prst="bentConnector3">
            <a:avLst>
              <a:gd name="adj1" fmla="val 70702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8" name="Table 67">
                <a:extLst>
                  <a:ext uri="{FF2B5EF4-FFF2-40B4-BE49-F238E27FC236}">
                    <a16:creationId xmlns:a16="http://schemas.microsoft.com/office/drawing/2014/main" id="{C8D5304C-A409-648F-94E7-394321F091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6828853"/>
                  </p:ext>
                </p:extLst>
              </p:nvPr>
            </p:nvGraphicFramePr>
            <p:xfrm>
              <a:off x="813719" y="5334000"/>
              <a:ext cx="1572958" cy="1143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6867">
                      <a:extLst>
                        <a:ext uri="{9D8B030D-6E8A-4147-A177-3AD203B41FA5}">
                          <a16:colId xmlns:a16="http://schemas.microsoft.com/office/drawing/2014/main" val="178394583"/>
                        </a:ext>
                      </a:extLst>
                    </a:gridCol>
                    <a:gridCol w="597281">
                      <a:extLst>
                        <a:ext uri="{9D8B030D-6E8A-4147-A177-3AD203B41FA5}">
                          <a16:colId xmlns:a16="http://schemas.microsoft.com/office/drawing/2014/main" val="175298901"/>
                        </a:ext>
                      </a:extLst>
                    </a:gridCol>
                    <a:gridCol w="638810">
                      <a:extLst>
                        <a:ext uri="{9D8B030D-6E8A-4147-A177-3AD203B41FA5}">
                          <a16:colId xmlns:a16="http://schemas.microsoft.com/office/drawing/2014/main" val="1543741586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3416915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2537180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0265597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6088785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192796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8" name="Table 67">
                <a:extLst>
                  <a:ext uri="{FF2B5EF4-FFF2-40B4-BE49-F238E27FC236}">
                    <a16:creationId xmlns:a16="http://schemas.microsoft.com/office/drawing/2014/main" id="{C8D5304C-A409-648F-94E7-394321F091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6828853"/>
                  </p:ext>
                </p:extLst>
              </p:nvPr>
            </p:nvGraphicFramePr>
            <p:xfrm>
              <a:off x="813719" y="5334000"/>
              <a:ext cx="1572958" cy="1143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6867">
                      <a:extLst>
                        <a:ext uri="{9D8B030D-6E8A-4147-A177-3AD203B41FA5}">
                          <a16:colId xmlns:a16="http://schemas.microsoft.com/office/drawing/2014/main" val="178394583"/>
                        </a:ext>
                      </a:extLst>
                    </a:gridCol>
                    <a:gridCol w="597281">
                      <a:extLst>
                        <a:ext uri="{9D8B030D-6E8A-4147-A177-3AD203B41FA5}">
                          <a16:colId xmlns:a16="http://schemas.microsoft.com/office/drawing/2014/main" val="175298901"/>
                        </a:ext>
                      </a:extLst>
                    </a:gridCol>
                    <a:gridCol w="638810">
                      <a:extLst>
                        <a:ext uri="{9D8B030D-6E8A-4147-A177-3AD203B41FA5}">
                          <a16:colId xmlns:a16="http://schemas.microsoft.com/office/drawing/2014/main" val="1543741586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5556" r="-107071" b="-39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6667" r="-952" b="-3973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16915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2703" r="-372727" b="-3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5556" t="-102703" r="-107071" b="-3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6667" t="-102703" r="-952" b="-3081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537180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97368" r="-37272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5556" t="-197368" r="-10707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6667" t="-197368" r="-95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265597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305405" r="-372727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5556" t="-305405" r="-107071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6667" t="-305405" r="-952" b="-1054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88785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394737" r="-372727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5556" t="-394737" r="-107071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6667" t="-394737" r="-952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92796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266B5A2-6667-651D-91CE-FA6785E59E6B}"/>
                  </a:ext>
                </a:extLst>
              </p:cNvPr>
              <p:cNvSpPr txBox="1"/>
              <p:nvPr/>
            </p:nvSpPr>
            <p:spPr>
              <a:xfrm>
                <a:off x="705274" y="6705600"/>
                <a:ext cx="1789849" cy="2417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ICC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Cor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266B5A2-6667-651D-91CE-FA6785E59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74" y="6705600"/>
                <a:ext cx="1789849" cy="241733"/>
              </a:xfrm>
              <a:prstGeom prst="rect">
                <a:avLst/>
              </a:prstGeom>
              <a:blipFill>
                <a:blip r:embed="rId5"/>
                <a:stretch>
                  <a:fillRect l="-2048" r="-307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0" name="Table 79">
                <a:extLst>
                  <a:ext uri="{FF2B5EF4-FFF2-40B4-BE49-F238E27FC236}">
                    <a16:creationId xmlns:a16="http://schemas.microsoft.com/office/drawing/2014/main" id="{52BFCDF8-4581-3DD5-C7A7-C7621B93D2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0770401"/>
                  </p:ext>
                </p:extLst>
              </p:nvPr>
            </p:nvGraphicFramePr>
            <p:xfrm>
              <a:off x="3886200" y="5334000"/>
              <a:ext cx="2743202" cy="128454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91886">
                      <a:extLst>
                        <a:ext uri="{9D8B030D-6E8A-4147-A177-3AD203B41FA5}">
                          <a16:colId xmlns:a16="http://schemas.microsoft.com/office/drawing/2014/main" val="178394583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175298901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807992507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2372554346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242689188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867586099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154374158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b="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3416915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2537180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0265597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(3)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  <m:sup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6088785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192796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0" name="Table 79">
                <a:extLst>
                  <a:ext uri="{FF2B5EF4-FFF2-40B4-BE49-F238E27FC236}">
                    <a16:creationId xmlns:a16="http://schemas.microsoft.com/office/drawing/2014/main" id="{52BFCDF8-4581-3DD5-C7A7-C7621B93D2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0770401"/>
                  </p:ext>
                </p:extLst>
              </p:nvPr>
            </p:nvGraphicFramePr>
            <p:xfrm>
              <a:off x="3886200" y="5334000"/>
              <a:ext cx="2743202" cy="128454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91886">
                      <a:extLst>
                        <a:ext uri="{9D8B030D-6E8A-4147-A177-3AD203B41FA5}">
                          <a16:colId xmlns:a16="http://schemas.microsoft.com/office/drawing/2014/main" val="178394583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175298901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807992507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2372554346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242689188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867586099"/>
                        </a:ext>
                      </a:extLst>
                    </a:gridCol>
                    <a:gridCol w="391886">
                      <a:extLst>
                        <a:ext uri="{9D8B030D-6E8A-4147-A177-3AD203B41FA5}">
                          <a16:colId xmlns:a16="http://schemas.microsoft.com/office/drawing/2014/main" val="1543741586"/>
                        </a:ext>
                      </a:extLst>
                    </a:gridCol>
                  </a:tblGrid>
                  <a:tr h="370143">
                    <a:tc>
                      <a:txBody>
                        <a:bodyPr/>
                        <a:lstStyle/>
                        <a:p>
                          <a:pPr algn="ctr"/>
                          <a:endParaRPr lang="en-US" sz="900" dirty="0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98462" r="-496923" b="-2475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01563" r="-404688" b="-2475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96923" r="-298462" b="-2475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03125" r="-203125" b="-2475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95385" r="-100000" b="-2475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604688" r="-1563" b="-2475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16915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164865" r="-606250" b="-3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98462" t="-164865" r="-496923" b="-3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01563" t="-164865" r="-404688" b="-3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96923" t="-164865" r="-298462" b="-3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03125" t="-164865" r="-203125" b="-3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95385" t="-164865" r="-100000" b="-30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604688" t="-164865" r="-1563" b="-3081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5371806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257895" r="-6062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98462" t="-257895" r="-49692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01563" t="-257895" r="-40468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96923" t="-257895" r="-29846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03125" t="-257895" r="-2031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95385" t="-257895" r="-1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604688" t="-257895" r="-156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265597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367568" r="-606250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98462" t="-367568" r="-496923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01563" t="-367568" r="-404688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96923" t="-367568" r="-298462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03125" t="-367568" r="-203125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95385" t="-367568" r="-100000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604688" t="-367568" r="-1563" b="-1054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88785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455263" r="-60625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01563" t="-455263" r="-404688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900" dirty="0"/>
                        </a:p>
                      </a:txBody>
                      <a:tcPr marL="51435" marR="51435" marT="25718" marB="25718" anchor="ctr">
                        <a:lnL w="635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95385" t="-455263" r="-10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900" dirty="0"/>
                        </a:p>
                      </a:txBody>
                      <a:tcPr marL="51435" marR="51435" marT="25718" marB="25718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192796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1AF87E7-05B9-7907-5E40-ABF64C83232B}"/>
                  </a:ext>
                </a:extLst>
              </p:cNvPr>
              <p:cNvSpPr txBox="1"/>
              <p:nvPr/>
            </p:nvSpPr>
            <p:spPr>
              <a:xfrm>
                <a:off x="4362879" y="6705600"/>
                <a:ext cx="1789849" cy="2417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ICC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400" i="1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Cor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1AF87E7-05B9-7907-5E40-ABF64C832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879" y="6705600"/>
                <a:ext cx="1789849" cy="241733"/>
              </a:xfrm>
              <a:prstGeom prst="rect">
                <a:avLst/>
              </a:prstGeom>
              <a:blipFill>
                <a:blip r:embed="rId7"/>
                <a:stretch>
                  <a:fillRect l="-2048" r="-307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6B0A2771-0E6F-9333-A966-920F8FB37C8F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53743" y="3517702"/>
            <a:ext cx="1145552" cy="272064"/>
          </a:xfrm>
          <a:prstGeom prst="bentConnector3">
            <a:avLst>
              <a:gd name="adj1" fmla="val 77438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BC12FB6B-C63F-5370-56D3-EEFC05054BD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110060" y="3548221"/>
            <a:ext cx="1169626" cy="192131"/>
          </a:xfrm>
          <a:prstGeom prst="bentConnector3">
            <a:avLst>
              <a:gd name="adj1" fmla="val 70359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loud 11">
                <a:extLst>
                  <a:ext uri="{FF2B5EF4-FFF2-40B4-BE49-F238E27FC236}">
                    <a16:creationId xmlns:a16="http://schemas.microsoft.com/office/drawing/2014/main" id="{C7CF2DEA-607D-9F3A-CF11-559B779E4E30}"/>
                  </a:ext>
                </a:extLst>
              </p:cNvPr>
              <p:cNvSpPr/>
              <p:nvPr/>
            </p:nvSpPr>
            <p:spPr>
              <a:xfrm rot="16200000">
                <a:off x="0" y="4191000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𝒮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Cloud 11">
                <a:extLst>
                  <a:ext uri="{FF2B5EF4-FFF2-40B4-BE49-F238E27FC236}">
                    <a16:creationId xmlns:a16="http://schemas.microsoft.com/office/drawing/2014/main" id="{C7CF2DEA-607D-9F3A-CF11-559B779E4E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0" y="4191000"/>
                <a:ext cx="914400" cy="457200"/>
              </a:xfrm>
              <a:prstGeom prst="cloud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C36D94-7119-10C3-6159-32B236ED22A0}"/>
              </a:ext>
            </a:extLst>
          </p:cNvPr>
          <p:cNvCxnSpPr>
            <a:stCxn id="12" idx="1"/>
          </p:cNvCxnSpPr>
          <p:nvPr/>
        </p:nvCxnSpPr>
        <p:spPr>
          <a:xfrm>
            <a:off x="685313" y="4419600"/>
            <a:ext cx="437257" cy="6383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loud 28">
                <a:extLst>
                  <a:ext uri="{FF2B5EF4-FFF2-40B4-BE49-F238E27FC236}">
                    <a16:creationId xmlns:a16="http://schemas.microsoft.com/office/drawing/2014/main" id="{33E65098-C6FD-13BB-FE23-EDF6F58AEC2F}"/>
                  </a:ext>
                </a:extLst>
              </p:cNvPr>
              <p:cNvSpPr/>
              <p:nvPr/>
            </p:nvSpPr>
            <p:spPr>
              <a:xfrm rot="16200000">
                <a:off x="3657600" y="4189627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𝒮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Cloud 28">
                <a:extLst>
                  <a:ext uri="{FF2B5EF4-FFF2-40B4-BE49-F238E27FC236}">
                    <a16:creationId xmlns:a16="http://schemas.microsoft.com/office/drawing/2014/main" id="{33E65098-C6FD-13BB-FE23-EDF6F58AE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657600" y="4189627"/>
                <a:ext cx="914400" cy="457200"/>
              </a:xfrm>
              <a:prstGeom prst="cloud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73AACC0-F727-C5D3-B6D0-050DF82BFC07}"/>
              </a:ext>
            </a:extLst>
          </p:cNvPr>
          <p:cNvCxnSpPr>
            <a:cxnSpLocks/>
            <a:stCxn id="29" idx="1"/>
          </p:cNvCxnSpPr>
          <p:nvPr/>
        </p:nvCxnSpPr>
        <p:spPr>
          <a:xfrm>
            <a:off x="4342913" y="4418227"/>
            <a:ext cx="169611" cy="29186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loud 39">
                <a:extLst>
                  <a:ext uri="{FF2B5EF4-FFF2-40B4-BE49-F238E27FC236}">
                    <a16:creationId xmlns:a16="http://schemas.microsoft.com/office/drawing/2014/main" id="{038FDAC5-2CC7-14B7-82E9-5FE659EB703F}"/>
                  </a:ext>
                </a:extLst>
              </p:cNvPr>
              <p:cNvSpPr/>
              <p:nvPr/>
            </p:nvSpPr>
            <p:spPr>
              <a:xfrm>
                <a:off x="2057400" y="3431770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ℰ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Cloud 39">
                <a:extLst>
                  <a:ext uri="{FF2B5EF4-FFF2-40B4-BE49-F238E27FC236}">
                    <a16:creationId xmlns:a16="http://schemas.microsoft.com/office/drawing/2014/main" id="{038FDAC5-2CC7-14B7-82E9-5FE659EB70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3431770"/>
                <a:ext cx="914400" cy="457200"/>
              </a:xfrm>
              <a:prstGeom prst="cloud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loud 43">
                <a:extLst>
                  <a:ext uri="{FF2B5EF4-FFF2-40B4-BE49-F238E27FC236}">
                    <a16:creationId xmlns:a16="http://schemas.microsoft.com/office/drawing/2014/main" id="{EF772DAF-1297-BA31-AE3F-B5F347F4670C}"/>
                  </a:ext>
                </a:extLst>
              </p:cNvPr>
              <p:cNvSpPr/>
              <p:nvPr/>
            </p:nvSpPr>
            <p:spPr>
              <a:xfrm>
                <a:off x="5715000" y="3431770"/>
                <a:ext cx="914400" cy="457200"/>
              </a:xfrm>
              <a:prstGeom prst="cloud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ℰ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Cloud 43">
                <a:extLst>
                  <a:ext uri="{FF2B5EF4-FFF2-40B4-BE49-F238E27FC236}">
                    <a16:creationId xmlns:a16="http://schemas.microsoft.com/office/drawing/2014/main" id="{EF772DAF-1297-BA31-AE3F-B5F347F467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31770"/>
                <a:ext cx="914400" cy="457200"/>
              </a:xfrm>
              <a:prstGeom prst="cloud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9" name="Table 58">
                <a:extLst>
                  <a:ext uri="{FF2B5EF4-FFF2-40B4-BE49-F238E27FC236}">
                    <a16:creationId xmlns:a16="http://schemas.microsoft.com/office/drawing/2014/main" id="{BFBC1546-CD56-8A08-6291-3906108E96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0484924"/>
                  </p:ext>
                </p:extLst>
              </p:nvPr>
            </p:nvGraphicFramePr>
            <p:xfrm>
              <a:off x="1000734" y="2290152"/>
              <a:ext cx="1209674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0558">
                      <a:extLst>
                        <a:ext uri="{9D8B030D-6E8A-4147-A177-3AD203B41FA5}">
                          <a16:colId xmlns:a16="http://schemas.microsoft.com/office/drawing/2014/main" val="1260562409"/>
                        </a:ext>
                      </a:extLst>
                    </a:gridCol>
                    <a:gridCol w="404558">
                      <a:extLst>
                        <a:ext uri="{9D8B030D-6E8A-4147-A177-3AD203B41FA5}">
                          <a16:colId xmlns:a16="http://schemas.microsoft.com/office/drawing/2014/main" val="927846181"/>
                        </a:ext>
                      </a:extLst>
                    </a:gridCol>
                    <a:gridCol w="404558">
                      <a:extLst>
                        <a:ext uri="{9D8B030D-6E8A-4147-A177-3AD203B41FA5}">
                          <a16:colId xmlns:a16="http://schemas.microsoft.com/office/drawing/2014/main" val="33526818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015793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9" name="Table 58">
                <a:extLst>
                  <a:ext uri="{FF2B5EF4-FFF2-40B4-BE49-F238E27FC236}">
                    <a16:creationId xmlns:a16="http://schemas.microsoft.com/office/drawing/2014/main" id="{BFBC1546-CD56-8A08-6291-3906108E96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0484924"/>
                  </p:ext>
                </p:extLst>
              </p:nvPr>
            </p:nvGraphicFramePr>
            <p:xfrm>
              <a:off x="1000734" y="2290152"/>
              <a:ext cx="1209674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0558">
                      <a:extLst>
                        <a:ext uri="{9D8B030D-6E8A-4147-A177-3AD203B41FA5}">
                          <a16:colId xmlns:a16="http://schemas.microsoft.com/office/drawing/2014/main" val="1260562409"/>
                        </a:ext>
                      </a:extLst>
                    </a:gridCol>
                    <a:gridCol w="404558">
                      <a:extLst>
                        <a:ext uri="{9D8B030D-6E8A-4147-A177-3AD203B41FA5}">
                          <a16:colId xmlns:a16="http://schemas.microsoft.com/office/drawing/2014/main" val="927846181"/>
                        </a:ext>
                      </a:extLst>
                    </a:gridCol>
                    <a:gridCol w="404558">
                      <a:extLst>
                        <a:ext uri="{9D8B030D-6E8A-4147-A177-3AD203B41FA5}">
                          <a16:colId xmlns:a16="http://schemas.microsoft.com/office/drawing/2014/main" val="33526818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515" t="-1613" r="-204545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01515" t="-1613" r="-104545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98507" t="-1613" r="-2985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15793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BEEE709-A5B3-422C-7E84-A5692F286AC9}"/>
                  </a:ext>
                </a:extLst>
              </p:cNvPr>
              <p:cNvSpPr txBox="1"/>
              <p:nvPr/>
            </p:nvSpPr>
            <p:spPr>
              <a:xfrm>
                <a:off x="2074677" y="2660992"/>
                <a:ext cx="897123" cy="1803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000" dirty="0"/>
                  <a:t>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1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BEEE709-A5B3-422C-7E84-A5692F286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677" y="2660992"/>
                <a:ext cx="897123" cy="180370"/>
              </a:xfrm>
              <a:prstGeom prst="rect">
                <a:avLst/>
              </a:prstGeom>
              <a:blipFill>
                <a:blip r:embed="rId12"/>
                <a:stretch>
                  <a:fillRect l="-8784" t="-144828" r="-4730" b="-2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1" name="Table 60">
                <a:extLst>
                  <a:ext uri="{FF2B5EF4-FFF2-40B4-BE49-F238E27FC236}">
                    <a16:creationId xmlns:a16="http://schemas.microsoft.com/office/drawing/2014/main" id="{39CBC2C1-E867-FF52-19F1-5FA4436C9C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533077"/>
                  </p:ext>
                </p:extLst>
              </p:nvPr>
            </p:nvGraphicFramePr>
            <p:xfrm>
              <a:off x="4647592" y="2284088"/>
              <a:ext cx="1209674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0558">
                      <a:extLst>
                        <a:ext uri="{9D8B030D-6E8A-4147-A177-3AD203B41FA5}">
                          <a16:colId xmlns:a16="http://schemas.microsoft.com/office/drawing/2014/main" val="1260562409"/>
                        </a:ext>
                      </a:extLst>
                    </a:gridCol>
                    <a:gridCol w="404558">
                      <a:extLst>
                        <a:ext uri="{9D8B030D-6E8A-4147-A177-3AD203B41FA5}">
                          <a16:colId xmlns:a16="http://schemas.microsoft.com/office/drawing/2014/main" val="927846181"/>
                        </a:ext>
                      </a:extLst>
                    </a:gridCol>
                    <a:gridCol w="404558">
                      <a:extLst>
                        <a:ext uri="{9D8B030D-6E8A-4147-A177-3AD203B41FA5}">
                          <a16:colId xmlns:a16="http://schemas.microsoft.com/office/drawing/2014/main" val="33526818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015793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1" name="Table 60">
                <a:extLst>
                  <a:ext uri="{FF2B5EF4-FFF2-40B4-BE49-F238E27FC236}">
                    <a16:creationId xmlns:a16="http://schemas.microsoft.com/office/drawing/2014/main" id="{39CBC2C1-E867-FF52-19F1-5FA4436C9C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533077"/>
                  </p:ext>
                </p:extLst>
              </p:nvPr>
            </p:nvGraphicFramePr>
            <p:xfrm>
              <a:off x="4647592" y="2284088"/>
              <a:ext cx="1209674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0558">
                      <a:extLst>
                        <a:ext uri="{9D8B030D-6E8A-4147-A177-3AD203B41FA5}">
                          <a16:colId xmlns:a16="http://schemas.microsoft.com/office/drawing/2014/main" val="1260562409"/>
                        </a:ext>
                      </a:extLst>
                    </a:gridCol>
                    <a:gridCol w="404558">
                      <a:extLst>
                        <a:ext uri="{9D8B030D-6E8A-4147-A177-3AD203B41FA5}">
                          <a16:colId xmlns:a16="http://schemas.microsoft.com/office/drawing/2014/main" val="927846181"/>
                        </a:ext>
                      </a:extLst>
                    </a:gridCol>
                    <a:gridCol w="404558">
                      <a:extLst>
                        <a:ext uri="{9D8B030D-6E8A-4147-A177-3AD203B41FA5}">
                          <a16:colId xmlns:a16="http://schemas.microsoft.com/office/drawing/2014/main" val="33526818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1515" t="-1613" r="-204545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101515" t="-1613" r="-104545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198507" t="-1613" r="-2985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15793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48B1C63-F860-79A8-A87C-732812E73830}"/>
                  </a:ext>
                </a:extLst>
              </p:cNvPr>
              <p:cNvSpPr txBox="1"/>
              <p:nvPr/>
            </p:nvSpPr>
            <p:spPr>
              <a:xfrm>
                <a:off x="5722142" y="2660992"/>
                <a:ext cx="897123" cy="1803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000" dirty="0"/>
                  <a:t>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1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48B1C63-F860-79A8-A87C-732812E73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142" y="2660992"/>
                <a:ext cx="897123" cy="180370"/>
              </a:xfrm>
              <a:prstGeom prst="rect">
                <a:avLst/>
              </a:prstGeom>
              <a:blipFill>
                <a:blip r:embed="rId14"/>
                <a:stretch>
                  <a:fillRect l="-8844" t="-144828" r="-4762" b="-2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4752B88-5AB2-5AF5-C1A3-052810CAB042}"/>
              </a:ext>
            </a:extLst>
          </p:cNvPr>
          <p:cNvSpPr/>
          <p:nvPr/>
        </p:nvSpPr>
        <p:spPr>
          <a:xfrm>
            <a:off x="4342912" y="5748278"/>
            <a:ext cx="1044428" cy="132899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5662F6D-EDFC-AEC8-E31C-8287C6EAC80C}"/>
              </a:ext>
            </a:extLst>
          </p:cNvPr>
          <p:cNvSpPr/>
          <p:nvPr/>
        </p:nvSpPr>
        <p:spPr>
          <a:xfrm>
            <a:off x="5523602" y="5748278"/>
            <a:ext cx="1044428" cy="13289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003B4BC0-C0D6-4409-5CAE-39119357461A}"/>
              </a:ext>
            </a:extLst>
          </p:cNvPr>
          <p:cNvSpPr/>
          <p:nvPr/>
        </p:nvSpPr>
        <p:spPr>
          <a:xfrm>
            <a:off x="5620028" y="6789902"/>
            <a:ext cx="201168" cy="132899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AAAAB919-78B9-5ECD-1CED-318B6E6E1820}"/>
              </a:ext>
            </a:extLst>
          </p:cNvPr>
          <p:cNvSpPr/>
          <p:nvPr/>
        </p:nvSpPr>
        <p:spPr>
          <a:xfrm>
            <a:off x="5876316" y="6789902"/>
            <a:ext cx="201168" cy="13289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34C7F5AC-FB0B-19E4-5408-0F5A7656D6F3}"/>
              </a:ext>
            </a:extLst>
          </p:cNvPr>
          <p:cNvSpPr/>
          <p:nvPr/>
        </p:nvSpPr>
        <p:spPr>
          <a:xfrm>
            <a:off x="4342912" y="5977440"/>
            <a:ext cx="1044428" cy="132899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61F832C3-AB27-2290-E49D-13A05C1B30EA}"/>
              </a:ext>
            </a:extLst>
          </p:cNvPr>
          <p:cNvSpPr/>
          <p:nvPr/>
        </p:nvSpPr>
        <p:spPr>
          <a:xfrm>
            <a:off x="5523602" y="5975288"/>
            <a:ext cx="1044428" cy="13289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C36644F-1A7A-CC31-F301-499D8532F561}"/>
              </a:ext>
            </a:extLst>
          </p:cNvPr>
          <p:cNvSpPr/>
          <p:nvPr/>
        </p:nvSpPr>
        <p:spPr>
          <a:xfrm>
            <a:off x="4342912" y="6206603"/>
            <a:ext cx="1044428" cy="132899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B96670FC-FF9B-241D-E810-BE5AFE92AD77}"/>
              </a:ext>
            </a:extLst>
          </p:cNvPr>
          <p:cNvSpPr/>
          <p:nvPr/>
        </p:nvSpPr>
        <p:spPr>
          <a:xfrm>
            <a:off x="5523602" y="6206603"/>
            <a:ext cx="1044428" cy="13289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1F306D0E-7E60-42E6-0495-3074455DDA55}"/>
              </a:ext>
            </a:extLst>
          </p:cNvPr>
          <p:cNvSpPr/>
          <p:nvPr/>
        </p:nvSpPr>
        <p:spPr>
          <a:xfrm>
            <a:off x="1963986" y="6764452"/>
            <a:ext cx="182880" cy="18288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9B5F516-6350-6C2D-4BE4-DF037B96818F}"/>
              </a:ext>
            </a:extLst>
          </p:cNvPr>
          <p:cNvSpPr/>
          <p:nvPr/>
        </p:nvSpPr>
        <p:spPr>
          <a:xfrm>
            <a:off x="2236148" y="6764452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F1F45ED-8444-9FB9-4D82-1ADB71DF0CB2}"/>
              </a:ext>
            </a:extLst>
          </p:cNvPr>
          <p:cNvSpPr/>
          <p:nvPr/>
        </p:nvSpPr>
        <p:spPr>
          <a:xfrm>
            <a:off x="1340232" y="5586416"/>
            <a:ext cx="182880" cy="18288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76F2302E-8B01-CD62-062F-1B0DEC7DB519}"/>
              </a:ext>
            </a:extLst>
          </p:cNvPr>
          <p:cNvSpPr/>
          <p:nvPr/>
        </p:nvSpPr>
        <p:spPr>
          <a:xfrm>
            <a:off x="1963110" y="5586416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4D115EEF-4318-929D-7062-CC2D174611AC}"/>
              </a:ext>
            </a:extLst>
          </p:cNvPr>
          <p:cNvSpPr/>
          <p:nvPr/>
        </p:nvSpPr>
        <p:spPr>
          <a:xfrm>
            <a:off x="1340232" y="5815016"/>
            <a:ext cx="182880" cy="18288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A67569F-DF02-1725-F3D9-AA4992681036}"/>
              </a:ext>
            </a:extLst>
          </p:cNvPr>
          <p:cNvSpPr/>
          <p:nvPr/>
        </p:nvSpPr>
        <p:spPr>
          <a:xfrm>
            <a:off x="1963110" y="5815016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C7EF6878-F491-C430-65F8-F5563CB40495}"/>
              </a:ext>
            </a:extLst>
          </p:cNvPr>
          <p:cNvSpPr/>
          <p:nvPr/>
        </p:nvSpPr>
        <p:spPr>
          <a:xfrm>
            <a:off x="1340232" y="6043616"/>
            <a:ext cx="182880" cy="18288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2AE8ED4-99BB-5AB4-BEAD-BB03F698CB87}"/>
              </a:ext>
            </a:extLst>
          </p:cNvPr>
          <p:cNvSpPr/>
          <p:nvPr/>
        </p:nvSpPr>
        <p:spPr>
          <a:xfrm>
            <a:off x="1963110" y="6043616"/>
            <a:ext cx="182880" cy="1828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9807711D-040E-81B6-CA6E-450E4B9D7FCA}"/>
              </a:ext>
            </a:extLst>
          </p:cNvPr>
          <p:cNvCxnSpPr>
            <a:cxnSpLocks/>
            <a:stCxn id="59" idx="2"/>
            <a:endCxn id="112" idx="0"/>
          </p:cNvCxnSpPr>
          <p:nvPr/>
        </p:nvCxnSpPr>
        <p:spPr>
          <a:xfrm>
            <a:off x="1605571" y="2660992"/>
            <a:ext cx="229640" cy="196209"/>
          </a:xfrm>
          <a:prstGeom prst="straightConnector1">
            <a:avLst/>
          </a:prstGeom>
          <a:ln>
            <a:solidFill>
              <a:schemeClr val="accent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10E99303-52A0-53BD-09EC-F1EB6DC3C673}"/>
              </a:ext>
            </a:extLst>
          </p:cNvPr>
          <p:cNvCxnSpPr>
            <a:cxnSpLocks/>
            <a:stCxn id="59" idx="2"/>
            <a:endCxn id="111" idx="0"/>
          </p:cNvCxnSpPr>
          <p:nvPr/>
        </p:nvCxnSpPr>
        <p:spPr>
          <a:xfrm flipH="1">
            <a:off x="1332712" y="2660992"/>
            <a:ext cx="272859" cy="19620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AFD1576E-F25D-835B-9378-81A63F011003}"/>
                  </a:ext>
                </a:extLst>
              </p:cNvPr>
              <p:cNvSpPr txBox="1"/>
              <p:nvPr/>
            </p:nvSpPr>
            <p:spPr>
              <a:xfrm>
                <a:off x="1189573" y="2857201"/>
                <a:ext cx="28627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AFD1576E-F25D-835B-9378-81A63F011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573" y="2857201"/>
                <a:ext cx="286277" cy="2308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8B590888-D0F3-0169-44DB-76B35AB1E4E3}"/>
                  </a:ext>
                </a:extLst>
              </p:cNvPr>
              <p:cNvSpPr txBox="1"/>
              <p:nvPr/>
            </p:nvSpPr>
            <p:spPr>
              <a:xfrm>
                <a:off x="1692072" y="2857201"/>
                <a:ext cx="28627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8B590888-D0F3-0169-44DB-76B35AB1E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072" y="2857201"/>
                <a:ext cx="286277" cy="2308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48632B7-EB28-CF32-2B60-70B4D75A8349}"/>
              </a:ext>
            </a:extLst>
          </p:cNvPr>
          <p:cNvCxnSpPr>
            <a:cxnSpLocks/>
            <a:stCxn id="61" idx="2"/>
            <a:endCxn id="148" idx="0"/>
          </p:cNvCxnSpPr>
          <p:nvPr/>
        </p:nvCxnSpPr>
        <p:spPr>
          <a:xfrm flipH="1">
            <a:off x="4915537" y="2654928"/>
            <a:ext cx="336892" cy="20227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F74BA44-7D39-15A0-4326-48BF1FE6B314}"/>
              </a:ext>
            </a:extLst>
          </p:cNvPr>
          <p:cNvCxnSpPr>
            <a:cxnSpLocks/>
            <a:stCxn id="61" idx="2"/>
            <a:endCxn id="150" idx="0"/>
          </p:cNvCxnSpPr>
          <p:nvPr/>
        </p:nvCxnSpPr>
        <p:spPr>
          <a:xfrm>
            <a:off x="5252429" y="2654928"/>
            <a:ext cx="367599" cy="202273"/>
          </a:xfrm>
          <a:prstGeom prst="straightConnector1">
            <a:avLst/>
          </a:prstGeom>
          <a:ln>
            <a:solidFill>
              <a:schemeClr val="accent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CD71DEC-98D0-4876-B18A-6F72F3259436}"/>
              </a:ext>
            </a:extLst>
          </p:cNvPr>
          <p:cNvCxnSpPr>
            <a:cxnSpLocks/>
            <a:stCxn id="40" idx="1"/>
            <a:endCxn id="19" idx="0"/>
          </p:cNvCxnSpPr>
          <p:nvPr/>
        </p:nvCxnSpPr>
        <p:spPr>
          <a:xfrm flipH="1">
            <a:off x="1905531" y="3888483"/>
            <a:ext cx="609069" cy="34061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19C3E8B-BDF7-5DE3-D8E7-33DEBD83BEC1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2419028" y="3888483"/>
            <a:ext cx="95572" cy="338862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DCBD9534-1C36-6902-D280-D326284A4E99}"/>
                  </a:ext>
                </a:extLst>
              </p:cNvPr>
              <p:cNvSpPr txBox="1"/>
              <p:nvPr/>
            </p:nvSpPr>
            <p:spPr>
              <a:xfrm>
                <a:off x="4772398" y="2857201"/>
                <a:ext cx="286277" cy="236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DCBD9534-1C36-6902-D280-D326284A4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398" y="2857201"/>
                <a:ext cx="286277" cy="236860"/>
              </a:xfrm>
              <a:prstGeom prst="rect">
                <a:avLst/>
              </a:prstGeom>
              <a:blipFill>
                <a:blip r:embed="rId17"/>
                <a:stretch>
                  <a:fillRect l="-48936" r="-34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0D40D87E-52F7-5CFB-9D3C-9637F43702C5}"/>
                  </a:ext>
                </a:extLst>
              </p:cNvPr>
              <p:cNvSpPr txBox="1"/>
              <p:nvPr/>
            </p:nvSpPr>
            <p:spPr>
              <a:xfrm>
                <a:off x="5476889" y="2857201"/>
                <a:ext cx="286277" cy="236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0D40D87E-52F7-5CFB-9D3C-9637F4370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89" y="2857201"/>
                <a:ext cx="286277" cy="236860"/>
              </a:xfrm>
              <a:prstGeom prst="rect">
                <a:avLst/>
              </a:prstGeom>
              <a:blipFill>
                <a:blip r:embed="rId17"/>
                <a:stretch>
                  <a:fillRect l="-46809" r="-36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EFDC2372-1E43-295D-EECE-96DCBCE0816D}"/>
              </a:ext>
            </a:extLst>
          </p:cNvPr>
          <p:cNvCxnSpPr>
            <a:cxnSpLocks/>
            <a:stCxn id="44" idx="1"/>
          </p:cNvCxnSpPr>
          <p:nvPr/>
        </p:nvCxnSpPr>
        <p:spPr>
          <a:xfrm flipH="1">
            <a:off x="5434611" y="3888483"/>
            <a:ext cx="737589" cy="36267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199E0A19-E331-0E68-2130-1BF561620397}"/>
              </a:ext>
            </a:extLst>
          </p:cNvPr>
          <p:cNvCxnSpPr>
            <a:cxnSpLocks/>
            <a:stCxn id="44" idx="1"/>
          </p:cNvCxnSpPr>
          <p:nvPr/>
        </p:nvCxnSpPr>
        <p:spPr>
          <a:xfrm flipH="1">
            <a:off x="6104942" y="3888483"/>
            <a:ext cx="67258" cy="338862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780E7B2-3BCC-BA9F-804E-12E700DDD816}"/>
              </a:ext>
            </a:extLst>
          </p:cNvPr>
          <p:cNvCxnSpPr/>
          <p:nvPr/>
        </p:nvCxnSpPr>
        <p:spPr>
          <a:xfrm flipH="1">
            <a:off x="4876800" y="3961026"/>
            <a:ext cx="285749" cy="26807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8BE9EC-154A-E285-64FE-E7C21E639C10}"/>
              </a:ext>
            </a:extLst>
          </p:cNvPr>
          <p:cNvCxnSpPr>
            <a:cxnSpLocks/>
          </p:cNvCxnSpPr>
          <p:nvPr/>
        </p:nvCxnSpPr>
        <p:spPr>
          <a:xfrm>
            <a:off x="5162549" y="3961026"/>
            <a:ext cx="280989" cy="26807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31BDF1-C218-464F-F757-A26028DE1728}"/>
              </a:ext>
            </a:extLst>
          </p:cNvPr>
          <p:cNvCxnSpPr>
            <a:cxnSpLocks/>
          </p:cNvCxnSpPr>
          <p:nvPr/>
        </p:nvCxnSpPr>
        <p:spPr>
          <a:xfrm>
            <a:off x="5790939" y="3883000"/>
            <a:ext cx="314003" cy="34350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3B517F1-DD40-7B63-54E1-9BDB329FD882}"/>
              </a:ext>
            </a:extLst>
          </p:cNvPr>
          <p:cNvCxnSpPr>
            <a:cxnSpLocks/>
          </p:cNvCxnSpPr>
          <p:nvPr/>
        </p:nvCxnSpPr>
        <p:spPr>
          <a:xfrm>
            <a:off x="5803405" y="3894453"/>
            <a:ext cx="527226" cy="35670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3D341C4-E4E6-5779-F2AD-E86BAD96B2DB}"/>
              </a:ext>
            </a:extLst>
          </p:cNvPr>
          <p:cNvCxnSpPr>
            <a:cxnSpLocks/>
            <a:stCxn id="44" idx="1"/>
          </p:cNvCxnSpPr>
          <p:nvPr/>
        </p:nvCxnSpPr>
        <p:spPr>
          <a:xfrm flipH="1">
            <a:off x="5176236" y="3888483"/>
            <a:ext cx="995964" cy="34061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E4AB74D-5BC5-9D3F-7BCC-A14B0B9B7E75}"/>
              </a:ext>
            </a:extLst>
          </p:cNvPr>
          <p:cNvCxnSpPr>
            <a:cxnSpLocks/>
            <a:stCxn id="44" idx="1"/>
          </p:cNvCxnSpPr>
          <p:nvPr/>
        </p:nvCxnSpPr>
        <p:spPr>
          <a:xfrm flipH="1">
            <a:off x="4869956" y="3888483"/>
            <a:ext cx="1302244" cy="34061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C0410DA-3BBC-583F-53D7-55DA81020862}"/>
              </a:ext>
            </a:extLst>
          </p:cNvPr>
          <p:cNvCxnSpPr>
            <a:cxnSpLocks/>
            <a:stCxn id="44" idx="1"/>
          </p:cNvCxnSpPr>
          <p:nvPr/>
        </p:nvCxnSpPr>
        <p:spPr>
          <a:xfrm>
            <a:off x="6172200" y="3888483"/>
            <a:ext cx="144913" cy="340617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C4C996F-E32A-152C-A117-2D2B123ECD47}"/>
              </a:ext>
            </a:extLst>
          </p:cNvPr>
          <p:cNvCxnSpPr>
            <a:cxnSpLocks/>
            <a:stCxn id="44" idx="1"/>
          </p:cNvCxnSpPr>
          <p:nvPr/>
        </p:nvCxnSpPr>
        <p:spPr>
          <a:xfrm flipH="1">
            <a:off x="5790939" y="3888483"/>
            <a:ext cx="381261" cy="340617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43F9878-6028-5102-F4E1-A0DC9FCF3002}"/>
                  </a:ext>
                </a:extLst>
              </p:cNvPr>
              <p:cNvSpPr txBox="1"/>
              <p:nvPr/>
            </p:nvSpPr>
            <p:spPr>
              <a:xfrm>
                <a:off x="327421" y="5016786"/>
                <a:ext cx="819637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9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=1, 2, …</m:t>
                    </m:r>
                  </m:oMath>
                </a14:m>
                <a:r>
                  <a:rPr lang="en-US" sz="900" dirty="0">
                    <a:solidFill>
                      <a:schemeClr val="accent3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43F9878-6028-5102-F4E1-A0DC9FCF3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1" y="5016786"/>
                <a:ext cx="819637" cy="138499"/>
              </a:xfrm>
              <a:prstGeom prst="rect">
                <a:avLst/>
              </a:prstGeom>
              <a:blipFill>
                <a:blip r:embed="rId18"/>
                <a:stretch>
                  <a:fillRect l="-5224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Arrow: Curved Right 62">
            <a:extLst>
              <a:ext uri="{FF2B5EF4-FFF2-40B4-BE49-F238E27FC236}">
                <a16:creationId xmlns:a16="http://schemas.microsoft.com/office/drawing/2014/main" id="{F571C422-E774-6D9A-435C-52AE7A058A0D}"/>
              </a:ext>
            </a:extLst>
          </p:cNvPr>
          <p:cNvSpPr/>
          <p:nvPr/>
        </p:nvSpPr>
        <p:spPr>
          <a:xfrm>
            <a:off x="38100" y="4778389"/>
            <a:ext cx="228600" cy="365760"/>
          </a:xfrm>
          <a:prstGeom prst="curvedRightArrow">
            <a:avLst>
              <a:gd name="adj1" fmla="val 16701"/>
              <a:gd name="adj2" fmla="val 50000"/>
              <a:gd name="adj3" fmla="val 25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8CA8698-D580-9CFD-41FB-E6DE257E7466}"/>
                  </a:ext>
                </a:extLst>
              </p:cNvPr>
              <p:cNvSpPr txBox="1"/>
              <p:nvPr/>
            </p:nvSpPr>
            <p:spPr>
              <a:xfrm>
                <a:off x="3968000" y="5016786"/>
                <a:ext cx="819637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9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=1, 2, …</m:t>
                    </m:r>
                  </m:oMath>
                </a14:m>
                <a:r>
                  <a:rPr lang="en-US" sz="900" dirty="0">
                    <a:solidFill>
                      <a:schemeClr val="accent3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8CA8698-D580-9CFD-41FB-E6DE257E7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000" y="5016786"/>
                <a:ext cx="819637" cy="138499"/>
              </a:xfrm>
              <a:prstGeom prst="rect">
                <a:avLst/>
              </a:prstGeom>
              <a:blipFill>
                <a:blip r:embed="rId18"/>
                <a:stretch>
                  <a:fillRect l="-5224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Arrow: Curved Right 68">
            <a:extLst>
              <a:ext uri="{FF2B5EF4-FFF2-40B4-BE49-F238E27FC236}">
                <a16:creationId xmlns:a16="http://schemas.microsoft.com/office/drawing/2014/main" id="{061BFB12-38F5-6D1D-3A08-4675A7BB1379}"/>
              </a:ext>
            </a:extLst>
          </p:cNvPr>
          <p:cNvSpPr/>
          <p:nvPr/>
        </p:nvSpPr>
        <p:spPr>
          <a:xfrm>
            <a:off x="3678679" y="4778389"/>
            <a:ext cx="228600" cy="365760"/>
          </a:xfrm>
          <a:prstGeom prst="curvedRightArrow">
            <a:avLst>
              <a:gd name="adj1" fmla="val 16701"/>
              <a:gd name="adj2" fmla="val 50000"/>
              <a:gd name="adj3" fmla="val 25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20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EED331-9C60-68D8-A972-D0ADB23AB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05" y="1771650"/>
            <a:ext cx="1533700" cy="60346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549BE8-91F7-3525-870F-5148F5C5F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524" y="3429000"/>
            <a:ext cx="2343909" cy="218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601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407A"/>
      </a:accent1>
      <a:accent2>
        <a:srgbClr val="52BDEC"/>
      </a:accent2>
      <a:accent3>
        <a:srgbClr val="DD8A2E"/>
      </a:accent3>
      <a:accent4>
        <a:srgbClr val="1FABD5"/>
      </a:accent4>
      <a:accent5>
        <a:srgbClr val="1D8DB0"/>
      </a:accent5>
      <a:accent6>
        <a:srgbClr val="116E8A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528</Words>
  <Application>Microsoft Office PowerPoint</Application>
  <PresentationFormat>A4 Paper (210x297 mm)</PresentationFormat>
  <Paragraphs>292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KU Leuven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Tzu-Yao Lin</dc:creator>
  <cp:lastModifiedBy>Tzu-Yao Lin</cp:lastModifiedBy>
  <cp:revision>1</cp:revision>
  <dcterms:created xsi:type="dcterms:W3CDTF">2026-01-22T12:31:11Z</dcterms:created>
  <dcterms:modified xsi:type="dcterms:W3CDTF">2026-01-29T09:47:58Z</dcterms:modified>
</cp:coreProperties>
</file>